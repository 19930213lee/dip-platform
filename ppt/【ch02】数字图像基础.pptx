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5" r:id="rId1"/>
  </p:sldMasterIdLst>
  <p:sldIdLst>
    <p:sldId id="292" r:id="rId2"/>
    <p:sldId id="293" r:id="rId3"/>
    <p:sldId id="258" r:id="rId4"/>
    <p:sldId id="300" r:id="rId5"/>
    <p:sldId id="259" r:id="rId6"/>
    <p:sldId id="260" r:id="rId7"/>
    <p:sldId id="294" r:id="rId8"/>
    <p:sldId id="261" r:id="rId9"/>
    <p:sldId id="295" r:id="rId10"/>
    <p:sldId id="262" r:id="rId11"/>
    <p:sldId id="263" r:id="rId12"/>
    <p:sldId id="264" r:id="rId13"/>
    <p:sldId id="265" r:id="rId14"/>
    <p:sldId id="296" r:id="rId15"/>
    <p:sldId id="268" r:id="rId16"/>
    <p:sldId id="301" r:id="rId17"/>
    <p:sldId id="302" r:id="rId18"/>
    <p:sldId id="269" r:id="rId19"/>
    <p:sldId id="270" r:id="rId20"/>
    <p:sldId id="271" r:id="rId21"/>
    <p:sldId id="272" r:id="rId22"/>
    <p:sldId id="297" r:id="rId23"/>
    <p:sldId id="274" r:id="rId24"/>
    <p:sldId id="275" r:id="rId25"/>
    <p:sldId id="276" r:id="rId26"/>
    <p:sldId id="298" r:id="rId27"/>
    <p:sldId id="278" r:id="rId28"/>
    <p:sldId id="279" r:id="rId29"/>
    <p:sldId id="280" r:id="rId30"/>
    <p:sldId id="282" r:id="rId31"/>
    <p:sldId id="303" r:id="rId32"/>
    <p:sldId id="283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9" r:id="rId4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7" autoAdjust="0"/>
    <p:restoredTop sz="94660"/>
  </p:normalViewPr>
  <p:slideViewPr>
    <p:cSldViewPr snapToGrid="0">
      <p:cViewPr varScale="1">
        <p:scale>
          <a:sx n="66" d="100"/>
          <a:sy n="66" d="100"/>
        </p:scale>
        <p:origin x="3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任意多边形: 形状 16"/>
          <p:cNvSpPr/>
          <p:nvPr/>
        </p:nvSpPr>
        <p:spPr>
          <a:xfrm>
            <a:off x="0" y="2807982"/>
            <a:ext cx="1583750" cy="3179395"/>
          </a:xfrm>
          <a:custGeom>
            <a:avLst/>
            <a:gdLst>
              <a:gd name="connsiteX0" fmla="*/ 0 w 1252875"/>
              <a:gd name="connsiteY0" fmla="*/ 0 h 2515160"/>
              <a:gd name="connsiteX1" fmla="*/ 123651 w 1252875"/>
              <a:gd name="connsiteY1" fmla="*/ 6244 h 2515160"/>
              <a:gd name="connsiteX2" fmla="*/ 1252875 w 1252875"/>
              <a:gd name="connsiteY2" fmla="*/ 1257580 h 2515160"/>
              <a:gd name="connsiteX3" fmla="*/ 123651 w 1252875"/>
              <a:gd name="connsiteY3" fmla="*/ 2508916 h 2515160"/>
              <a:gd name="connsiteX4" fmla="*/ 0 w 1252875"/>
              <a:gd name="connsiteY4" fmla="*/ 2515160 h 2515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52875" h="2515160">
                <a:moveTo>
                  <a:pt x="0" y="0"/>
                </a:moveTo>
                <a:lnTo>
                  <a:pt x="123651" y="6244"/>
                </a:lnTo>
                <a:cubicBezTo>
                  <a:pt x="757919" y="70658"/>
                  <a:pt x="1252875" y="606318"/>
                  <a:pt x="1252875" y="1257580"/>
                </a:cubicBezTo>
                <a:cubicBezTo>
                  <a:pt x="1252875" y="1908843"/>
                  <a:pt x="757919" y="2444503"/>
                  <a:pt x="123651" y="2508916"/>
                </a:cubicBezTo>
                <a:lnTo>
                  <a:pt x="0" y="2515160"/>
                </a:lnTo>
                <a:close/>
              </a:path>
            </a:pathLst>
          </a:custGeom>
          <a:gradFill>
            <a:gsLst>
              <a:gs pos="0">
                <a:srgbClr val="0165C5">
                  <a:alpha val="7000"/>
                </a:srgbClr>
              </a:gs>
              <a:gs pos="100000">
                <a:srgbClr val="F2F9FF">
                  <a:alpha val="24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阿里巴巴普惠体" panose="00020600040101010101" pitchFamily="18" charset="-122"/>
              <a:ea typeface="微软雅黑" panose="020B0503020204020204" pitchFamily="34" charset="-122"/>
              <a:sym typeface="Segoe UI" panose="020B0502040204020203" pitchFamily="34" charset="0"/>
            </a:endParaRPr>
          </a:p>
        </p:txBody>
      </p:sp>
      <p:sp>
        <p:nvSpPr>
          <p:cNvPr id="18" name="任意多边形: 形状 17"/>
          <p:cNvSpPr/>
          <p:nvPr/>
        </p:nvSpPr>
        <p:spPr>
          <a:xfrm>
            <a:off x="2733914" y="5295998"/>
            <a:ext cx="4134465" cy="1591455"/>
          </a:xfrm>
          <a:custGeom>
            <a:avLst/>
            <a:gdLst>
              <a:gd name="connsiteX0" fmla="*/ 1936014 w 3872028"/>
              <a:gd name="connsiteY0" fmla="*/ 0 h 1490437"/>
              <a:gd name="connsiteX1" fmla="*/ 3851067 w 3872028"/>
              <a:gd name="connsiteY1" fmla="*/ 1408917 h 1490437"/>
              <a:gd name="connsiteX2" fmla="*/ 3872028 w 3872028"/>
              <a:gd name="connsiteY2" fmla="*/ 1490437 h 1490437"/>
              <a:gd name="connsiteX3" fmla="*/ 0 w 3872028"/>
              <a:gd name="connsiteY3" fmla="*/ 1490437 h 1490437"/>
              <a:gd name="connsiteX4" fmla="*/ 20961 w 3872028"/>
              <a:gd name="connsiteY4" fmla="*/ 1408917 h 1490437"/>
              <a:gd name="connsiteX5" fmla="*/ 1936014 w 3872028"/>
              <a:gd name="connsiteY5" fmla="*/ 0 h 14904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872028" h="1490437">
                <a:moveTo>
                  <a:pt x="1936014" y="0"/>
                </a:moveTo>
                <a:cubicBezTo>
                  <a:pt x="2835812" y="0"/>
                  <a:pt x="3597185" y="592662"/>
                  <a:pt x="3851067" y="1408917"/>
                </a:cubicBezTo>
                <a:lnTo>
                  <a:pt x="3872028" y="1490437"/>
                </a:lnTo>
                <a:lnTo>
                  <a:pt x="0" y="1490437"/>
                </a:lnTo>
                <a:lnTo>
                  <a:pt x="20961" y="1408917"/>
                </a:lnTo>
                <a:cubicBezTo>
                  <a:pt x="274843" y="592662"/>
                  <a:pt x="1036217" y="0"/>
                  <a:pt x="1936014" y="0"/>
                </a:cubicBezTo>
                <a:close/>
              </a:path>
            </a:pathLst>
          </a:custGeom>
          <a:gradFill>
            <a:gsLst>
              <a:gs pos="0">
                <a:srgbClr val="0165C5">
                  <a:alpha val="7000"/>
                </a:srgbClr>
              </a:gs>
              <a:gs pos="100000">
                <a:srgbClr val="F2F9FF">
                  <a:alpha val="24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阿里巴巴普惠体" panose="00020600040101010101" pitchFamily="18" charset="-122"/>
              <a:ea typeface="微软雅黑" panose="020B0503020204020204" pitchFamily="34" charset="-122"/>
              <a:sym typeface="Segoe UI" panose="020B0502040204020203" pitchFamily="34" charset="0"/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5389245" y="-304800"/>
            <a:ext cx="7221855" cy="6395720"/>
            <a:chOff x="5389435" y="-304798"/>
            <a:chExt cx="7221666" cy="6395847"/>
          </a:xfrm>
        </p:grpSpPr>
        <p:grpSp>
          <p:nvGrpSpPr>
            <p:cNvPr id="16" name="组合 15"/>
            <p:cNvGrpSpPr/>
            <p:nvPr userDrawn="1"/>
          </p:nvGrpSpPr>
          <p:grpSpPr>
            <a:xfrm>
              <a:off x="5389435" y="-304798"/>
              <a:ext cx="7221666" cy="6395847"/>
              <a:chOff x="4970335" y="-304798"/>
              <a:chExt cx="7221666" cy="6395847"/>
            </a:xfrm>
          </p:grpSpPr>
          <p:sp>
            <p:nvSpPr>
              <p:cNvPr id="9" name="任意多边形: 形状 8"/>
              <p:cNvSpPr/>
              <p:nvPr/>
            </p:nvSpPr>
            <p:spPr>
              <a:xfrm rot="16200000">
                <a:off x="5383244" y="-717707"/>
                <a:ext cx="6395847" cy="7221666"/>
              </a:xfrm>
              <a:custGeom>
                <a:avLst/>
                <a:gdLst>
                  <a:gd name="connsiteX0" fmla="*/ 6096001 w 6395847"/>
                  <a:gd name="connsiteY0" fmla="*/ 7221665 h 7221666"/>
                  <a:gd name="connsiteX1" fmla="*/ 6096001 w 6395847"/>
                  <a:gd name="connsiteY1" fmla="*/ 7221666 h 7221666"/>
                  <a:gd name="connsiteX2" fmla="*/ 3314700 w 6395847"/>
                  <a:gd name="connsiteY2" fmla="*/ 7221666 h 7221666"/>
                  <a:gd name="connsiteX3" fmla="*/ 2781301 w 6395847"/>
                  <a:gd name="connsiteY3" fmla="*/ 7221666 h 7221666"/>
                  <a:gd name="connsiteX4" fmla="*/ 0 w 6395847"/>
                  <a:gd name="connsiteY4" fmla="*/ 7221666 h 7221666"/>
                  <a:gd name="connsiteX5" fmla="*/ 0 w 6395847"/>
                  <a:gd name="connsiteY5" fmla="*/ 3447952 h 7221666"/>
                  <a:gd name="connsiteX6" fmla="*/ 1 w 6395847"/>
                  <a:gd name="connsiteY6" fmla="*/ 3447952 h 7221666"/>
                  <a:gd name="connsiteX7" fmla="*/ 1 w 6395847"/>
                  <a:gd name="connsiteY7" fmla="*/ 3019060 h 7221666"/>
                  <a:gd name="connsiteX8" fmla="*/ 279301 w 6395847"/>
                  <a:gd name="connsiteY8" fmla="*/ 2344769 h 7221666"/>
                  <a:gd name="connsiteX9" fmla="*/ 405446 w 6395847"/>
                  <a:gd name="connsiteY9" fmla="*/ 2240690 h 7221666"/>
                  <a:gd name="connsiteX10" fmla="*/ 404464 w 6395847"/>
                  <a:gd name="connsiteY10" fmla="*/ 2239038 h 7221666"/>
                  <a:gd name="connsiteX11" fmla="*/ 415115 w 6395847"/>
                  <a:gd name="connsiteY11" fmla="*/ 2232712 h 7221666"/>
                  <a:gd name="connsiteX12" fmla="*/ 420431 w 6395847"/>
                  <a:gd name="connsiteY12" fmla="*/ 2228326 h 7221666"/>
                  <a:gd name="connsiteX13" fmla="*/ 444464 w 6395847"/>
                  <a:gd name="connsiteY13" fmla="*/ 2215281 h 7221666"/>
                  <a:gd name="connsiteX14" fmla="*/ 3989796 w 6395847"/>
                  <a:gd name="connsiteY14" fmla="*/ 109665 h 7221666"/>
                  <a:gd name="connsiteX15" fmla="*/ 3993587 w 6395847"/>
                  <a:gd name="connsiteY15" fmla="*/ 116048 h 7221666"/>
                  <a:gd name="connsiteX16" fmla="*/ 4025229 w 6395847"/>
                  <a:gd name="connsiteY16" fmla="*/ 96652 h 7221666"/>
                  <a:gd name="connsiteX17" fmla="*/ 4920239 w 6395847"/>
                  <a:gd name="connsiteY17" fmla="*/ 127915 h 7221666"/>
                  <a:gd name="connsiteX18" fmla="*/ 5919213 w 6395847"/>
                  <a:gd name="connsiteY18" fmla="*/ 704673 h 7221666"/>
                  <a:gd name="connsiteX19" fmla="*/ 6030081 w 6395847"/>
                  <a:gd name="connsiteY19" fmla="*/ 779366 h 7221666"/>
                  <a:gd name="connsiteX20" fmla="*/ 6096000 w 6395847"/>
                  <a:gd name="connsiteY20" fmla="*/ 838524 h 7221666"/>
                  <a:gd name="connsiteX21" fmla="*/ 6096000 w 6395847"/>
                  <a:gd name="connsiteY21" fmla="*/ 7221665 h 7221666"/>
                  <a:gd name="connsiteX22" fmla="*/ 6221624 w 6395847"/>
                  <a:gd name="connsiteY22" fmla="*/ 982469 h 7221666"/>
                  <a:gd name="connsiteX23" fmla="*/ 6201936 w 6395847"/>
                  <a:gd name="connsiteY23" fmla="*/ 954781 h 7221666"/>
                  <a:gd name="connsiteX24" fmla="*/ 6210136 w 6395847"/>
                  <a:gd name="connsiteY24" fmla="*/ 964466 h 7221666"/>
                  <a:gd name="connsiteX25" fmla="*/ 6283768 w 6395847"/>
                  <a:gd name="connsiteY25" fmla="*/ 1082992 h 7221666"/>
                  <a:gd name="connsiteX26" fmla="*/ 6267120 w 6395847"/>
                  <a:gd name="connsiteY26" fmla="*/ 1053774 h 7221666"/>
                  <a:gd name="connsiteX27" fmla="*/ 6278411 w 6395847"/>
                  <a:gd name="connsiteY27" fmla="*/ 1071469 h 7221666"/>
                  <a:gd name="connsiteX28" fmla="*/ 6372765 w 6395847"/>
                  <a:gd name="connsiteY28" fmla="*/ 1326510 h 7221666"/>
                  <a:gd name="connsiteX29" fmla="*/ 6365409 w 6395847"/>
                  <a:gd name="connsiteY29" fmla="*/ 1293851 h 7221666"/>
                  <a:gd name="connsiteX30" fmla="*/ 6369173 w 6395847"/>
                  <a:gd name="connsiteY30" fmla="*/ 1305870 h 7221666"/>
                  <a:gd name="connsiteX31" fmla="*/ 6391257 w 6395847"/>
                  <a:gd name="connsiteY31" fmla="*/ 1442433 h 7221666"/>
                  <a:gd name="connsiteX32" fmla="*/ 6387139 w 6395847"/>
                  <a:gd name="connsiteY32" fmla="*/ 1409114 h 7221666"/>
                  <a:gd name="connsiteX33" fmla="*/ 6390749 w 6395847"/>
                  <a:gd name="connsiteY33" fmla="*/ 1429863 h 7221666"/>
                  <a:gd name="connsiteX34" fmla="*/ 6395847 w 6395847"/>
                  <a:gd name="connsiteY34" fmla="*/ 1556116 h 7221666"/>
                  <a:gd name="connsiteX35" fmla="*/ 6268252 w 6395847"/>
                  <a:gd name="connsiteY35" fmla="*/ 2007304 h 7221666"/>
                  <a:gd name="connsiteX36" fmla="*/ 6096001 w 6395847"/>
                  <a:gd name="connsiteY36" fmla="*/ 2305652 h 7221666"/>
                  <a:gd name="connsiteX37" fmla="*/ 6096001 w 6395847"/>
                  <a:gd name="connsiteY37" fmla="*/ 2305651 h 7221666"/>
                  <a:gd name="connsiteX38" fmla="*/ 6268252 w 6395847"/>
                  <a:gd name="connsiteY38" fmla="*/ 2007303 h 7221666"/>
                  <a:gd name="connsiteX39" fmla="*/ 6385798 w 6395847"/>
                  <a:gd name="connsiteY39" fmla="*/ 1671419 h 7221666"/>
                  <a:gd name="connsiteX40" fmla="*/ 6395847 w 6395847"/>
                  <a:gd name="connsiteY40" fmla="*/ 1556116 h 72216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</a:cxnLst>
                <a:rect l="l" t="t" r="r" b="b"/>
                <a:pathLst>
                  <a:path w="6395847" h="7221666">
                    <a:moveTo>
                      <a:pt x="6096001" y="7221665"/>
                    </a:moveTo>
                    <a:lnTo>
                      <a:pt x="6096001" y="7221666"/>
                    </a:lnTo>
                    <a:lnTo>
                      <a:pt x="3314700" y="7221666"/>
                    </a:lnTo>
                    <a:lnTo>
                      <a:pt x="2781301" y="7221666"/>
                    </a:lnTo>
                    <a:lnTo>
                      <a:pt x="0" y="7221666"/>
                    </a:lnTo>
                    <a:lnTo>
                      <a:pt x="0" y="3447952"/>
                    </a:lnTo>
                    <a:lnTo>
                      <a:pt x="1" y="3447952"/>
                    </a:lnTo>
                    <a:lnTo>
                      <a:pt x="1" y="3019060"/>
                    </a:lnTo>
                    <a:cubicBezTo>
                      <a:pt x="1" y="2755733"/>
                      <a:pt x="106735" y="2517335"/>
                      <a:pt x="279301" y="2344769"/>
                    </a:cubicBezTo>
                    <a:lnTo>
                      <a:pt x="405446" y="2240690"/>
                    </a:lnTo>
                    <a:lnTo>
                      <a:pt x="404464" y="2239038"/>
                    </a:lnTo>
                    <a:lnTo>
                      <a:pt x="415115" y="2232712"/>
                    </a:lnTo>
                    <a:lnTo>
                      <a:pt x="420431" y="2228326"/>
                    </a:lnTo>
                    <a:lnTo>
                      <a:pt x="444464" y="2215281"/>
                    </a:lnTo>
                    <a:lnTo>
                      <a:pt x="3989796" y="109665"/>
                    </a:lnTo>
                    <a:lnTo>
                      <a:pt x="3993587" y="116048"/>
                    </a:lnTo>
                    <a:lnTo>
                      <a:pt x="4025229" y="96652"/>
                    </a:lnTo>
                    <a:cubicBezTo>
                      <a:pt x="4300466" y="-37338"/>
                      <a:pt x="4635179" y="-36664"/>
                      <a:pt x="4920239" y="127915"/>
                    </a:cubicBezTo>
                    <a:lnTo>
                      <a:pt x="5919213" y="704673"/>
                    </a:lnTo>
                    <a:cubicBezTo>
                      <a:pt x="5958409" y="727303"/>
                      <a:pt x="5995390" y="752295"/>
                      <a:pt x="6030081" y="779366"/>
                    </a:cubicBezTo>
                    <a:lnTo>
                      <a:pt x="6096000" y="838524"/>
                    </a:lnTo>
                    <a:lnTo>
                      <a:pt x="6096000" y="7221665"/>
                    </a:lnTo>
                    <a:close/>
                    <a:moveTo>
                      <a:pt x="6221624" y="982469"/>
                    </a:moveTo>
                    <a:lnTo>
                      <a:pt x="6201936" y="954781"/>
                    </a:lnTo>
                    <a:lnTo>
                      <a:pt x="6210136" y="964466"/>
                    </a:lnTo>
                    <a:close/>
                    <a:moveTo>
                      <a:pt x="6283768" y="1082992"/>
                    </a:moveTo>
                    <a:lnTo>
                      <a:pt x="6267120" y="1053774"/>
                    </a:lnTo>
                    <a:lnTo>
                      <a:pt x="6278411" y="1071469"/>
                    </a:lnTo>
                    <a:close/>
                    <a:moveTo>
                      <a:pt x="6372765" y="1326510"/>
                    </a:moveTo>
                    <a:lnTo>
                      <a:pt x="6365409" y="1293851"/>
                    </a:lnTo>
                    <a:lnTo>
                      <a:pt x="6369173" y="1305870"/>
                    </a:lnTo>
                    <a:close/>
                    <a:moveTo>
                      <a:pt x="6391257" y="1442433"/>
                    </a:moveTo>
                    <a:lnTo>
                      <a:pt x="6387139" y="1409114"/>
                    </a:lnTo>
                    <a:lnTo>
                      <a:pt x="6390749" y="1429863"/>
                    </a:lnTo>
                    <a:close/>
                    <a:moveTo>
                      <a:pt x="6395847" y="1556116"/>
                    </a:moveTo>
                    <a:cubicBezTo>
                      <a:pt x="6391855" y="1709831"/>
                      <a:pt x="6350542" y="1864774"/>
                      <a:pt x="6268252" y="2007304"/>
                    </a:cubicBezTo>
                    <a:lnTo>
                      <a:pt x="6096001" y="2305652"/>
                    </a:lnTo>
                    <a:lnTo>
                      <a:pt x="6096001" y="2305651"/>
                    </a:lnTo>
                    <a:lnTo>
                      <a:pt x="6268252" y="2007303"/>
                    </a:lnTo>
                    <a:cubicBezTo>
                      <a:pt x="6329969" y="1900406"/>
                      <a:pt x="6368637" y="1786526"/>
                      <a:pt x="6385798" y="1671419"/>
                    </a:cubicBezTo>
                    <a:lnTo>
                      <a:pt x="6395847" y="1556116"/>
                    </a:lnTo>
                    <a:close/>
                  </a:path>
                </a:pathLst>
              </a:custGeom>
              <a:gradFill>
                <a:gsLst>
                  <a:gs pos="0">
                    <a:srgbClr val="0165C5"/>
                  </a:gs>
                  <a:gs pos="100000">
                    <a:srgbClr val="0165C5"/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dirty="0">
                  <a:latin typeface="阿里巴巴普惠体" panose="00020600040101010101" pitchFamily="18" charset="-122"/>
                  <a:ea typeface="微软雅黑" panose="020B0503020204020204" pitchFamily="34" charset="-122"/>
                  <a:sym typeface="Segoe UI" panose="020B0502040204020203" pitchFamily="34" charset="0"/>
                </a:endParaRPr>
              </a:p>
            </p:txBody>
          </p:sp>
          <p:sp>
            <p:nvSpPr>
              <p:cNvPr id="10" name="任意多边形: 形状 9"/>
              <p:cNvSpPr/>
              <p:nvPr/>
            </p:nvSpPr>
            <p:spPr>
              <a:xfrm rot="16200000">
                <a:off x="5253261" y="-515155"/>
                <a:ext cx="2180771" cy="2601486"/>
              </a:xfrm>
              <a:custGeom>
                <a:avLst/>
                <a:gdLst>
                  <a:gd name="connsiteX0" fmla="*/ 1880924 w 2180771"/>
                  <a:gd name="connsiteY0" fmla="*/ 763130 h 2601486"/>
                  <a:gd name="connsiteX1" fmla="*/ 1880924 w 2180771"/>
                  <a:gd name="connsiteY1" fmla="*/ 2530378 h 2601486"/>
                  <a:gd name="connsiteX2" fmla="*/ 1863032 w 2180771"/>
                  <a:gd name="connsiteY2" fmla="*/ 2536926 h 2601486"/>
                  <a:gd name="connsiteX3" fmla="*/ 1436007 w 2180771"/>
                  <a:gd name="connsiteY3" fmla="*/ 2601486 h 2601486"/>
                  <a:gd name="connsiteX4" fmla="*/ 0 w 2180771"/>
                  <a:gd name="connsiteY4" fmla="*/ 1165479 h 2601486"/>
                  <a:gd name="connsiteX5" fmla="*/ 522574 w 2180771"/>
                  <a:gd name="connsiteY5" fmla="*/ 57386 h 2601486"/>
                  <a:gd name="connsiteX6" fmla="*/ 599315 w 2180771"/>
                  <a:gd name="connsiteY6" fmla="*/ 0 h 2601486"/>
                  <a:gd name="connsiteX7" fmla="*/ 705163 w 2180771"/>
                  <a:gd name="connsiteY7" fmla="*/ 52521 h 2601486"/>
                  <a:gd name="connsiteX8" fmla="*/ 1704137 w 2180771"/>
                  <a:gd name="connsiteY8" fmla="*/ 629279 h 2601486"/>
                  <a:gd name="connsiteX9" fmla="*/ 1815005 w 2180771"/>
                  <a:gd name="connsiteY9" fmla="*/ 703972 h 2601486"/>
                  <a:gd name="connsiteX10" fmla="*/ 2006548 w 2180771"/>
                  <a:gd name="connsiteY10" fmla="*/ 907075 h 2601486"/>
                  <a:gd name="connsiteX11" fmla="*/ 1986860 w 2180771"/>
                  <a:gd name="connsiteY11" fmla="*/ 879387 h 2601486"/>
                  <a:gd name="connsiteX12" fmla="*/ 1995060 w 2180771"/>
                  <a:gd name="connsiteY12" fmla="*/ 889072 h 2601486"/>
                  <a:gd name="connsiteX13" fmla="*/ 2053189 w 2180771"/>
                  <a:gd name="connsiteY13" fmla="*/ 1931884 h 2601486"/>
                  <a:gd name="connsiteX14" fmla="*/ 2053176 w 2180771"/>
                  <a:gd name="connsiteY14" fmla="*/ 1931910 h 2601486"/>
                  <a:gd name="connsiteX15" fmla="*/ 1880925 w 2180771"/>
                  <a:gd name="connsiteY15" fmla="*/ 2230259 h 2601486"/>
                  <a:gd name="connsiteX16" fmla="*/ 1880925 w 2180771"/>
                  <a:gd name="connsiteY16" fmla="*/ 2230257 h 2601486"/>
                  <a:gd name="connsiteX17" fmla="*/ 2053176 w 2180771"/>
                  <a:gd name="connsiteY17" fmla="*/ 1931909 h 2601486"/>
                  <a:gd name="connsiteX18" fmla="*/ 2068692 w 2180771"/>
                  <a:gd name="connsiteY18" fmla="*/ 1007598 h 2601486"/>
                  <a:gd name="connsiteX19" fmla="*/ 2052044 w 2180771"/>
                  <a:gd name="connsiteY19" fmla="*/ 978380 h 2601486"/>
                  <a:gd name="connsiteX20" fmla="*/ 2063335 w 2180771"/>
                  <a:gd name="connsiteY20" fmla="*/ 996075 h 2601486"/>
                  <a:gd name="connsiteX21" fmla="*/ 2101939 w 2180771"/>
                  <a:gd name="connsiteY21" fmla="*/ 1833636 h 2601486"/>
                  <a:gd name="connsiteX22" fmla="*/ 2095166 w 2180771"/>
                  <a:gd name="connsiteY22" fmla="*/ 1850517 h 2601486"/>
                  <a:gd name="connsiteX23" fmla="*/ 2053189 w 2180771"/>
                  <a:gd name="connsiteY23" fmla="*/ 1931884 h 2601486"/>
                  <a:gd name="connsiteX24" fmla="*/ 2113879 w 2180771"/>
                  <a:gd name="connsiteY24" fmla="*/ 1803879 h 2601486"/>
                  <a:gd name="connsiteX25" fmla="*/ 2107267 w 2180771"/>
                  <a:gd name="connsiteY25" fmla="*/ 1822898 h 2601486"/>
                  <a:gd name="connsiteX26" fmla="*/ 2101939 w 2180771"/>
                  <a:gd name="connsiteY26" fmla="*/ 1833636 h 2601486"/>
                  <a:gd name="connsiteX27" fmla="*/ 2139904 w 2180771"/>
                  <a:gd name="connsiteY27" fmla="*/ 1729011 h 2601486"/>
                  <a:gd name="connsiteX28" fmla="*/ 2128657 w 2180771"/>
                  <a:gd name="connsiteY28" fmla="*/ 1767046 h 2601486"/>
                  <a:gd name="connsiteX29" fmla="*/ 2113879 w 2180771"/>
                  <a:gd name="connsiteY29" fmla="*/ 1803879 h 2601486"/>
                  <a:gd name="connsiteX30" fmla="*/ 2148810 w 2180771"/>
                  <a:gd name="connsiteY30" fmla="*/ 1698893 h 2601486"/>
                  <a:gd name="connsiteX31" fmla="*/ 2146335 w 2180771"/>
                  <a:gd name="connsiteY31" fmla="*/ 1710510 h 2601486"/>
                  <a:gd name="connsiteX32" fmla="*/ 2139904 w 2180771"/>
                  <a:gd name="connsiteY32" fmla="*/ 1729011 h 2601486"/>
                  <a:gd name="connsiteX33" fmla="*/ 2157689 w 2180771"/>
                  <a:gd name="connsiteY33" fmla="*/ 1251116 h 2601486"/>
                  <a:gd name="connsiteX34" fmla="*/ 2150333 w 2180771"/>
                  <a:gd name="connsiteY34" fmla="*/ 1218457 h 2601486"/>
                  <a:gd name="connsiteX35" fmla="*/ 2154097 w 2180771"/>
                  <a:gd name="connsiteY35" fmla="*/ 1230476 h 2601486"/>
                  <a:gd name="connsiteX36" fmla="*/ 2170719 w 2180771"/>
                  <a:gd name="connsiteY36" fmla="*/ 1596043 h 2601486"/>
                  <a:gd name="connsiteX37" fmla="*/ 2153795 w 2180771"/>
                  <a:gd name="connsiteY37" fmla="*/ 1682035 h 2601486"/>
                  <a:gd name="connsiteX38" fmla="*/ 2148810 w 2180771"/>
                  <a:gd name="connsiteY38" fmla="*/ 1698893 h 2601486"/>
                  <a:gd name="connsiteX39" fmla="*/ 2176181 w 2180771"/>
                  <a:gd name="connsiteY39" fmla="*/ 1367039 h 2601486"/>
                  <a:gd name="connsiteX40" fmla="*/ 2172063 w 2180771"/>
                  <a:gd name="connsiteY40" fmla="*/ 1333720 h 2601486"/>
                  <a:gd name="connsiteX41" fmla="*/ 2175673 w 2180771"/>
                  <a:gd name="connsiteY41" fmla="*/ 1354469 h 2601486"/>
                  <a:gd name="connsiteX42" fmla="*/ 2180771 w 2180771"/>
                  <a:gd name="connsiteY42" fmla="*/ 1480722 h 2601486"/>
                  <a:gd name="connsiteX43" fmla="*/ 2170722 w 2180771"/>
                  <a:gd name="connsiteY43" fmla="*/ 1596025 h 2601486"/>
                  <a:gd name="connsiteX44" fmla="*/ 2170719 w 2180771"/>
                  <a:gd name="connsiteY44" fmla="*/ 1596043 h 2601486"/>
                  <a:gd name="connsiteX45" fmla="*/ 2170722 w 2180771"/>
                  <a:gd name="connsiteY45" fmla="*/ 1596025 h 26014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</a:cxnLst>
                <a:rect l="l" t="t" r="r" b="b"/>
                <a:pathLst>
                  <a:path w="2180771" h="2601486">
                    <a:moveTo>
                      <a:pt x="1880924" y="763130"/>
                    </a:moveTo>
                    <a:lnTo>
                      <a:pt x="1880924" y="2530378"/>
                    </a:lnTo>
                    <a:lnTo>
                      <a:pt x="1863032" y="2536926"/>
                    </a:lnTo>
                    <a:cubicBezTo>
                      <a:pt x="1728135" y="2578883"/>
                      <a:pt x="1584711" y="2601486"/>
                      <a:pt x="1436007" y="2601486"/>
                    </a:cubicBezTo>
                    <a:cubicBezTo>
                      <a:pt x="642922" y="2601486"/>
                      <a:pt x="0" y="1958564"/>
                      <a:pt x="0" y="1165479"/>
                    </a:cubicBezTo>
                    <a:cubicBezTo>
                      <a:pt x="0" y="719369"/>
                      <a:pt x="203425" y="320771"/>
                      <a:pt x="522574" y="57386"/>
                    </a:cubicBezTo>
                    <a:lnTo>
                      <a:pt x="599315" y="0"/>
                    </a:lnTo>
                    <a:lnTo>
                      <a:pt x="705163" y="52521"/>
                    </a:lnTo>
                    <a:lnTo>
                      <a:pt x="1704137" y="629279"/>
                    </a:lnTo>
                    <a:cubicBezTo>
                      <a:pt x="1743333" y="651909"/>
                      <a:pt x="1780314" y="676901"/>
                      <a:pt x="1815005" y="703972"/>
                    </a:cubicBezTo>
                    <a:close/>
                    <a:moveTo>
                      <a:pt x="2006548" y="907075"/>
                    </a:moveTo>
                    <a:lnTo>
                      <a:pt x="1986860" y="879387"/>
                    </a:lnTo>
                    <a:lnTo>
                      <a:pt x="1995060" y="889072"/>
                    </a:lnTo>
                    <a:close/>
                    <a:moveTo>
                      <a:pt x="2053189" y="1931884"/>
                    </a:moveTo>
                    <a:lnTo>
                      <a:pt x="2053176" y="1931910"/>
                    </a:lnTo>
                    <a:lnTo>
                      <a:pt x="1880925" y="2230259"/>
                    </a:lnTo>
                    <a:lnTo>
                      <a:pt x="1880925" y="2230257"/>
                    </a:lnTo>
                    <a:lnTo>
                      <a:pt x="2053176" y="1931909"/>
                    </a:lnTo>
                    <a:close/>
                    <a:moveTo>
                      <a:pt x="2068692" y="1007598"/>
                    </a:moveTo>
                    <a:lnTo>
                      <a:pt x="2052044" y="978380"/>
                    </a:lnTo>
                    <a:lnTo>
                      <a:pt x="2063335" y="996075"/>
                    </a:lnTo>
                    <a:close/>
                    <a:moveTo>
                      <a:pt x="2101939" y="1833636"/>
                    </a:moveTo>
                    <a:lnTo>
                      <a:pt x="2095166" y="1850517"/>
                    </a:lnTo>
                    <a:lnTo>
                      <a:pt x="2053189" y="1931884"/>
                    </a:lnTo>
                    <a:close/>
                    <a:moveTo>
                      <a:pt x="2113879" y="1803879"/>
                    </a:moveTo>
                    <a:lnTo>
                      <a:pt x="2107267" y="1822898"/>
                    </a:lnTo>
                    <a:lnTo>
                      <a:pt x="2101939" y="1833636"/>
                    </a:lnTo>
                    <a:close/>
                    <a:moveTo>
                      <a:pt x="2139904" y="1729011"/>
                    </a:moveTo>
                    <a:lnTo>
                      <a:pt x="2128657" y="1767046"/>
                    </a:lnTo>
                    <a:lnTo>
                      <a:pt x="2113879" y="1803879"/>
                    </a:lnTo>
                    <a:close/>
                    <a:moveTo>
                      <a:pt x="2148810" y="1698893"/>
                    </a:moveTo>
                    <a:lnTo>
                      <a:pt x="2146335" y="1710510"/>
                    </a:lnTo>
                    <a:lnTo>
                      <a:pt x="2139904" y="1729011"/>
                    </a:lnTo>
                    <a:close/>
                    <a:moveTo>
                      <a:pt x="2157689" y="1251116"/>
                    </a:moveTo>
                    <a:lnTo>
                      <a:pt x="2150333" y="1218457"/>
                    </a:lnTo>
                    <a:lnTo>
                      <a:pt x="2154097" y="1230476"/>
                    </a:lnTo>
                    <a:close/>
                    <a:moveTo>
                      <a:pt x="2170719" y="1596043"/>
                    </a:moveTo>
                    <a:lnTo>
                      <a:pt x="2153795" y="1682035"/>
                    </a:lnTo>
                    <a:lnTo>
                      <a:pt x="2148810" y="1698893"/>
                    </a:lnTo>
                    <a:close/>
                    <a:moveTo>
                      <a:pt x="2176181" y="1367039"/>
                    </a:moveTo>
                    <a:lnTo>
                      <a:pt x="2172063" y="1333720"/>
                    </a:lnTo>
                    <a:lnTo>
                      <a:pt x="2175673" y="1354469"/>
                    </a:lnTo>
                    <a:close/>
                    <a:moveTo>
                      <a:pt x="2180771" y="1480722"/>
                    </a:moveTo>
                    <a:cubicBezTo>
                      <a:pt x="2179773" y="1519151"/>
                      <a:pt x="2176442" y="1557656"/>
                      <a:pt x="2170722" y="1596025"/>
                    </a:cubicBezTo>
                    <a:lnTo>
                      <a:pt x="2170719" y="1596043"/>
                    </a:lnTo>
                    <a:lnTo>
                      <a:pt x="2170722" y="1596025"/>
                    </a:lnTo>
                    <a:close/>
                  </a:path>
                </a:pathLst>
              </a:custGeom>
              <a:gradFill>
                <a:gsLst>
                  <a:gs pos="0">
                    <a:srgbClr val="F2F9FF">
                      <a:alpha val="27000"/>
                    </a:srgbClr>
                  </a:gs>
                  <a:gs pos="100000">
                    <a:srgbClr val="F2F9FF">
                      <a:alpha val="0"/>
                    </a:srgbClr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dirty="0">
                  <a:latin typeface="阿里巴巴普惠体" panose="00020600040101010101" pitchFamily="18" charset="-122"/>
                  <a:ea typeface="微软雅黑" panose="020B0503020204020204" pitchFamily="34" charset="-122"/>
                  <a:sym typeface="Segoe UI" panose="020B0502040204020203" pitchFamily="34" charset="0"/>
                </a:endParaRPr>
              </a:p>
            </p:txBody>
          </p:sp>
          <p:sp>
            <p:nvSpPr>
              <p:cNvPr id="11" name="椭圆 10"/>
              <p:cNvSpPr/>
              <p:nvPr/>
            </p:nvSpPr>
            <p:spPr>
              <a:xfrm>
                <a:off x="6781800" y="2709637"/>
                <a:ext cx="2438400" cy="2438400"/>
              </a:xfrm>
              <a:prstGeom prst="ellipse">
                <a:avLst/>
              </a:prstGeom>
              <a:gradFill>
                <a:gsLst>
                  <a:gs pos="0">
                    <a:srgbClr val="F2F9FF">
                      <a:alpha val="27000"/>
                    </a:srgbClr>
                  </a:gs>
                  <a:gs pos="100000">
                    <a:srgbClr val="F2F9FF">
                      <a:alpha val="0"/>
                    </a:srgbClr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阿里巴巴普惠体" panose="00020600040101010101" pitchFamily="18" charset="-122"/>
                  <a:ea typeface="微软雅黑" panose="020B0503020204020204" pitchFamily="34" charset="-122"/>
                  <a:sym typeface="Segoe UI" panose="020B0502040204020203" pitchFamily="34" charset="0"/>
                </a:endParaRPr>
              </a:p>
            </p:txBody>
          </p:sp>
          <p:sp>
            <p:nvSpPr>
              <p:cNvPr id="12" name="任意多边形: 形状 11"/>
              <p:cNvSpPr/>
              <p:nvPr/>
            </p:nvSpPr>
            <p:spPr>
              <a:xfrm rot="16200000">
                <a:off x="9418682" y="1817763"/>
                <a:ext cx="3851186" cy="1695450"/>
              </a:xfrm>
              <a:custGeom>
                <a:avLst/>
                <a:gdLst>
                  <a:gd name="connsiteX0" fmla="*/ 3851186 w 3851186"/>
                  <a:gd name="connsiteY0" fmla="*/ 1695450 h 1695450"/>
                  <a:gd name="connsiteX1" fmla="*/ 1839831 w 3851186"/>
                  <a:gd name="connsiteY1" fmla="*/ 1695450 h 1695450"/>
                  <a:gd name="connsiteX2" fmla="*/ 1306432 w 3851186"/>
                  <a:gd name="connsiteY2" fmla="*/ 1695450 h 1695450"/>
                  <a:gd name="connsiteX3" fmla="*/ 0 w 3851186"/>
                  <a:gd name="connsiteY3" fmla="*/ 1695450 h 1695450"/>
                  <a:gd name="connsiteX4" fmla="*/ 21970 w 3851186"/>
                  <a:gd name="connsiteY4" fmla="*/ 1551497 h 1695450"/>
                  <a:gd name="connsiteX5" fmla="*/ 1925594 w 3851186"/>
                  <a:gd name="connsiteY5" fmla="*/ 0 h 1695450"/>
                  <a:gd name="connsiteX6" fmla="*/ 3829216 w 3851186"/>
                  <a:gd name="connsiteY6" fmla="*/ 1551497 h 1695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851186" h="1695450">
                    <a:moveTo>
                      <a:pt x="3851186" y="1695450"/>
                    </a:moveTo>
                    <a:lnTo>
                      <a:pt x="1839831" y="1695450"/>
                    </a:lnTo>
                    <a:lnTo>
                      <a:pt x="1306432" y="1695450"/>
                    </a:lnTo>
                    <a:lnTo>
                      <a:pt x="0" y="1695450"/>
                    </a:lnTo>
                    <a:lnTo>
                      <a:pt x="21970" y="1551497"/>
                    </a:lnTo>
                    <a:cubicBezTo>
                      <a:pt x="203158" y="666060"/>
                      <a:pt x="986593" y="0"/>
                      <a:pt x="1925594" y="0"/>
                    </a:cubicBezTo>
                    <a:cubicBezTo>
                      <a:pt x="2864594" y="0"/>
                      <a:pt x="3648029" y="666060"/>
                      <a:pt x="3829216" y="1551497"/>
                    </a:cubicBezTo>
                    <a:close/>
                  </a:path>
                </a:pathLst>
              </a:custGeom>
              <a:gradFill>
                <a:gsLst>
                  <a:gs pos="0">
                    <a:srgbClr val="F2F9FF">
                      <a:alpha val="27000"/>
                    </a:srgbClr>
                  </a:gs>
                  <a:gs pos="100000">
                    <a:srgbClr val="F2F9FF">
                      <a:alpha val="0"/>
                    </a:srgbClr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dirty="0">
                  <a:latin typeface="阿里巴巴普惠体" panose="00020600040101010101" pitchFamily="18" charset="-122"/>
                  <a:ea typeface="微软雅黑" panose="020B0503020204020204" pitchFamily="34" charset="-122"/>
                  <a:sym typeface="Segoe UI" panose="020B0502040204020203" pitchFamily="34" charset="0"/>
                </a:endParaRPr>
              </a:p>
            </p:txBody>
          </p:sp>
        </p:grpSp>
        <p:cxnSp>
          <p:nvCxnSpPr>
            <p:cNvPr id="21" name="直接连接符 20"/>
            <p:cNvCxnSpPr/>
            <p:nvPr userDrawn="1"/>
          </p:nvCxnSpPr>
          <p:spPr>
            <a:xfrm>
              <a:off x="5427535" y="1957388"/>
              <a:ext cx="168404" cy="328612"/>
            </a:xfrm>
            <a:prstGeom prst="line">
              <a:avLst/>
            </a:prstGeom>
            <a:ln w="12700">
              <a:solidFill>
                <a:srgbClr val="C8CBC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1915" y="375709"/>
            <a:ext cx="2251713" cy="383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279732"/>
      </p:ext>
    </p:extLst>
  </p:cSld>
  <p:clrMapOvr>
    <a:masterClrMapping/>
  </p:clrMapOvr>
  <p:transition spd="slow" advTm="0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序号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/>
        </p:nvGrpSpPr>
        <p:grpSpPr>
          <a:xfrm flipH="1">
            <a:off x="-1697057" y="-344712"/>
            <a:ext cx="7221666" cy="7232166"/>
            <a:chOff x="4970334" y="-304798"/>
            <a:chExt cx="7221666" cy="6431342"/>
          </a:xfrm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grpSpPr>
        <p:sp>
          <p:nvSpPr>
            <p:cNvPr id="13" name="任意多边形: 形状 12"/>
            <p:cNvSpPr/>
            <p:nvPr/>
          </p:nvSpPr>
          <p:spPr>
            <a:xfrm rot="16200000">
              <a:off x="5365496" y="-699960"/>
              <a:ext cx="6431342" cy="7221666"/>
            </a:xfrm>
            <a:custGeom>
              <a:avLst/>
              <a:gdLst>
                <a:gd name="connsiteX0" fmla="*/ 6096001 w 6395847"/>
                <a:gd name="connsiteY0" fmla="*/ 7221665 h 7221666"/>
                <a:gd name="connsiteX1" fmla="*/ 6096001 w 6395847"/>
                <a:gd name="connsiteY1" fmla="*/ 7221666 h 7221666"/>
                <a:gd name="connsiteX2" fmla="*/ 3314700 w 6395847"/>
                <a:gd name="connsiteY2" fmla="*/ 7221666 h 7221666"/>
                <a:gd name="connsiteX3" fmla="*/ 2781301 w 6395847"/>
                <a:gd name="connsiteY3" fmla="*/ 7221666 h 7221666"/>
                <a:gd name="connsiteX4" fmla="*/ 0 w 6395847"/>
                <a:gd name="connsiteY4" fmla="*/ 7221666 h 7221666"/>
                <a:gd name="connsiteX5" fmla="*/ 0 w 6395847"/>
                <a:gd name="connsiteY5" fmla="*/ 3447952 h 7221666"/>
                <a:gd name="connsiteX6" fmla="*/ 1 w 6395847"/>
                <a:gd name="connsiteY6" fmla="*/ 3447952 h 7221666"/>
                <a:gd name="connsiteX7" fmla="*/ 1 w 6395847"/>
                <a:gd name="connsiteY7" fmla="*/ 3019060 h 7221666"/>
                <a:gd name="connsiteX8" fmla="*/ 279301 w 6395847"/>
                <a:gd name="connsiteY8" fmla="*/ 2344769 h 7221666"/>
                <a:gd name="connsiteX9" fmla="*/ 405446 w 6395847"/>
                <a:gd name="connsiteY9" fmla="*/ 2240690 h 7221666"/>
                <a:gd name="connsiteX10" fmla="*/ 404464 w 6395847"/>
                <a:gd name="connsiteY10" fmla="*/ 2239038 h 7221666"/>
                <a:gd name="connsiteX11" fmla="*/ 415115 w 6395847"/>
                <a:gd name="connsiteY11" fmla="*/ 2232712 h 7221666"/>
                <a:gd name="connsiteX12" fmla="*/ 420431 w 6395847"/>
                <a:gd name="connsiteY12" fmla="*/ 2228326 h 7221666"/>
                <a:gd name="connsiteX13" fmla="*/ 444464 w 6395847"/>
                <a:gd name="connsiteY13" fmla="*/ 2215281 h 7221666"/>
                <a:gd name="connsiteX14" fmla="*/ 3989796 w 6395847"/>
                <a:gd name="connsiteY14" fmla="*/ 109665 h 7221666"/>
                <a:gd name="connsiteX15" fmla="*/ 3993587 w 6395847"/>
                <a:gd name="connsiteY15" fmla="*/ 116048 h 7221666"/>
                <a:gd name="connsiteX16" fmla="*/ 4025229 w 6395847"/>
                <a:gd name="connsiteY16" fmla="*/ 96652 h 7221666"/>
                <a:gd name="connsiteX17" fmla="*/ 4920239 w 6395847"/>
                <a:gd name="connsiteY17" fmla="*/ 127915 h 7221666"/>
                <a:gd name="connsiteX18" fmla="*/ 5919213 w 6395847"/>
                <a:gd name="connsiteY18" fmla="*/ 704673 h 7221666"/>
                <a:gd name="connsiteX19" fmla="*/ 6030081 w 6395847"/>
                <a:gd name="connsiteY19" fmla="*/ 779366 h 7221666"/>
                <a:gd name="connsiteX20" fmla="*/ 6096000 w 6395847"/>
                <a:gd name="connsiteY20" fmla="*/ 838524 h 7221666"/>
                <a:gd name="connsiteX21" fmla="*/ 6096000 w 6395847"/>
                <a:gd name="connsiteY21" fmla="*/ 7221665 h 7221666"/>
                <a:gd name="connsiteX22" fmla="*/ 6221624 w 6395847"/>
                <a:gd name="connsiteY22" fmla="*/ 982469 h 7221666"/>
                <a:gd name="connsiteX23" fmla="*/ 6201936 w 6395847"/>
                <a:gd name="connsiteY23" fmla="*/ 954781 h 7221666"/>
                <a:gd name="connsiteX24" fmla="*/ 6210136 w 6395847"/>
                <a:gd name="connsiteY24" fmla="*/ 964466 h 7221666"/>
                <a:gd name="connsiteX25" fmla="*/ 6283768 w 6395847"/>
                <a:gd name="connsiteY25" fmla="*/ 1082992 h 7221666"/>
                <a:gd name="connsiteX26" fmla="*/ 6267120 w 6395847"/>
                <a:gd name="connsiteY26" fmla="*/ 1053774 h 7221666"/>
                <a:gd name="connsiteX27" fmla="*/ 6278411 w 6395847"/>
                <a:gd name="connsiteY27" fmla="*/ 1071469 h 7221666"/>
                <a:gd name="connsiteX28" fmla="*/ 6372765 w 6395847"/>
                <a:gd name="connsiteY28" fmla="*/ 1326510 h 7221666"/>
                <a:gd name="connsiteX29" fmla="*/ 6365409 w 6395847"/>
                <a:gd name="connsiteY29" fmla="*/ 1293851 h 7221666"/>
                <a:gd name="connsiteX30" fmla="*/ 6369173 w 6395847"/>
                <a:gd name="connsiteY30" fmla="*/ 1305870 h 7221666"/>
                <a:gd name="connsiteX31" fmla="*/ 6391257 w 6395847"/>
                <a:gd name="connsiteY31" fmla="*/ 1442433 h 7221666"/>
                <a:gd name="connsiteX32" fmla="*/ 6387139 w 6395847"/>
                <a:gd name="connsiteY32" fmla="*/ 1409114 h 7221666"/>
                <a:gd name="connsiteX33" fmla="*/ 6390749 w 6395847"/>
                <a:gd name="connsiteY33" fmla="*/ 1429863 h 7221666"/>
                <a:gd name="connsiteX34" fmla="*/ 6395847 w 6395847"/>
                <a:gd name="connsiteY34" fmla="*/ 1556116 h 7221666"/>
                <a:gd name="connsiteX35" fmla="*/ 6268252 w 6395847"/>
                <a:gd name="connsiteY35" fmla="*/ 2007304 h 7221666"/>
                <a:gd name="connsiteX36" fmla="*/ 6096001 w 6395847"/>
                <a:gd name="connsiteY36" fmla="*/ 2305652 h 7221666"/>
                <a:gd name="connsiteX37" fmla="*/ 6096001 w 6395847"/>
                <a:gd name="connsiteY37" fmla="*/ 2305651 h 7221666"/>
                <a:gd name="connsiteX38" fmla="*/ 6268252 w 6395847"/>
                <a:gd name="connsiteY38" fmla="*/ 2007303 h 7221666"/>
                <a:gd name="connsiteX39" fmla="*/ 6385798 w 6395847"/>
                <a:gd name="connsiteY39" fmla="*/ 1671419 h 7221666"/>
                <a:gd name="connsiteX40" fmla="*/ 6395847 w 6395847"/>
                <a:gd name="connsiteY40" fmla="*/ 1556116 h 722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395847" h="7221666">
                  <a:moveTo>
                    <a:pt x="6096001" y="7221665"/>
                  </a:moveTo>
                  <a:lnTo>
                    <a:pt x="6096001" y="7221666"/>
                  </a:lnTo>
                  <a:lnTo>
                    <a:pt x="3314700" y="7221666"/>
                  </a:lnTo>
                  <a:lnTo>
                    <a:pt x="2781301" y="7221666"/>
                  </a:lnTo>
                  <a:lnTo>
                    <a:pt x="0" y="7221666"/>
                  </a:lnTo>
                  <a:lnTo>
                    <a:pt x="0" y="3447952"/>
                  </a:lnTo>
                  <a:lnTo>
                    <a:pt x="1" y="3447952"/>
                  </a:lnTo>
                  <a:lnTo>
                    <a:pt x="1" y="3019060"/>
                  </a:lnTo>
                  <a:cubicBezTo>
                    <a:pt x="1" y="2755733"/>
                    <a:pt x="106735" y="2517335"/>
                    <a:pt x="279301" y="2344769"/>
                  </a:cubicBezTo>
                  <a:lnTo>
                    <a:pt x="405446" y="2240690"/>
                  </a:lnTo>
                  <a:lnTo>
                    <a:pt x="404464" y="2239038"/>
                  </a:lnTo>
                  <a:lnTo>
                    <a:pt x="415115" y="2232712"/>
                  </a:lnTo>
                  <a:lnTo>
                    <a:pt x="420431" y="2228326"/>
                  </a:lnTo>
                  <a:lnTo>
                    <a:pt x="444464" y="2215281"/>
                  </a:lnTo>
                  <a:lnTo>
                    <a:pt x="3989796" y="109665"/>
                  </a:lnTo>
                  <a:lnTo>
                    <a:pt x="3993587" y="116048"/>
                  </a:lnTo>
                  <a:lnTo>
                    <a:pt x="4025229" y="96652"/>
                  </a:lnTo>
                  <a:cubicBezTo>
                    <a:pt x="4300466" y="-37338"/>
                    <a:pt x="4635179" y="-36664"/>
                    <a:pt x="4920239" y="127915"/>
                  </a:cubicBezTo>
                  <a:lnTo>
                    <a:pt x="5919213" y="704673"/>
                  </a:lnTo>
                  <a:cubicBezTo>
                    <a:pt x="5958409" y="727303"/>
                    <a:pt x="5995390" y="752295"/>
                    <a:pt x="6030081" y="779366"/>
                  </a:cubicBezTo>
                  <a:lnTo>
                    <a:pt x="6096000" y="838524"/>
                  </a:lnTo>
                  <a:lnTo>
                    <a:pt x="6096000" y="7221665"/>
                  </a:lnTo>
                  <a:close/>
                  <a:moveTo>
                    <a:pt x="6221624" y="982469"/>
                  </a:moveTo>
                  <a:lnTo>
                    <a:pt x="6201936" y="954781"/>
                  </a:lnTo>
                  <a:lnTo>
                    <a:pt x="6210136" y="964466"/>
                  </a:lnTo>
                  <a:close/>
                  <a:moveTo>
                    <a:pt x="6283768" y="1082992"/>
                  </a:moveTo>
                  <a:lnTo>
                    <a:pt x="6267120" y="1053774"/>
                  </a:lnTo>
                  <a:lnTo>
                    <a:pt x="6278411" y="1071469"/>
                  </a:lnTo>
                  <a:close/>
                  <a:moveTo>
                    <a:pt x="6372765" y="1326510"/>
                  </a:moveTo>
                  <a:lnTo>
                    <a:pt x="6365409" y="1293851"/>
                  </a:lnTo>
                  <a:lnTo>
                    <a:pt x="6369173" y="1305870"/>
                  </a:lnTo>
                  <a:close/>
                  <a:moveTo>
                    <a:pt x="6391257" y="1442433"/>
                  </a:moveTo>
                  <a:lnTo>
                    <a:pt x="6387139" y="1409114"/>
                  </a:lnTo>
                  <a:lnTo>
                    <a:pt x="6390749" y="1429863"/>
                  </a:lnTo>
                  <a:close/>
                  <a:moveTo>
                    <a:pt x="6395847" y="1556116"/>
                  </a:moveTo>
                  <a:cubicBezTo>
                    <a:pt x="6391855" y="1709831"/>
                    <a:pt x="6350542" y="1864774"/>
                    <a:pt x="6268252" y="2007304"/>
                  </a:cubicBezTo>
                  <a:lnTo>
                    <a:pt x="6096001" y="2305652"/>
                  </a:lnTo>
                  <a:lnTo>
                    <a:pt x="6096001" y="2305651"/>
                  </a:lnTo>
                  <a:lnTo>
                    <a:pt x="6268252" y="2007303"/>
                  </a:lnTo>
                  <a:cubicBezTo>
                    <a:pt x="6329969" y="1900406"/>
                    <a:pt x="6368637" y="1786526"/>
                    <a:pt x="6385798" y="1671419"/>
                  </a:cubicBezTo>
                  <a:lnTo>
                    <a:pt x="6395847" y="1556116"/>
                  </a:lnTo>
                  <a:close/>
                </a:path>
              </a:pathLst>
            </a:custGeom>
            <a:gradFill>
              <a:gsLst>
                <a:gs pos="0">
                  <a:srgbClr val="0165C5"/>
                </a:gs>
                <a:gs pos="100000">
                  <a:srgbClr val="0165C5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微软雅黑" panose="020B0503020204020204" pitchFamily="34" charset="-122"/>
                <a:sym typeface="Segoe UI" panose="020B0502040204020203" pitchFamily="34" charset="0"/>
              </a:endParaRPr>
            </a:p>
          </p:txBody>
        </p:sp>
        <p:sp>
          <p:nvSpPr>
            <p:cNvPr id="14" name="任意多边形: 形状 13"/>
            <p:cNvSpPr/>
            <p:nvPr/>
          </p:nvSpPr>
          <p:spPr>
            <a:xfrm rot="16200000">
              <a:off x="5253261" y="-515155"/>
              <a:ext cx="2180771" cy="2601486"/>
            </a:xfrm>
            <a:custGeom>
              <a:avLst/>
              <a:gdLst>
                <a:gd name="connsiteX0" fmla="*/ 1880924 w 2180771"/>
                <a:gd name="connsiteY0" fmla="*/ 763130 h 2601486"/>
                <a:gd name="connsiteX1" fmla="*/ 1880924 w 2180771"/>
                <a:gd name="connsiteY1" fmla="*/ 2530378 h 2601486"/>
                <a:gd name="connsiteX2" fmla="*/ 1863032 w 2180771"/>
                <a:gd name="connsiteY2" fmla="*/ 2536926 h 2601486"/>
                <a:gd name="connsiteX3" fmla="*/ 1436007 w 2180771"/>
                <a:gd name="connsiteY3" fmla="*/ 2601486 h 2601486"/>
                <a:gd name="connsiteX4" fmla="*/ 0 w 2180771"/>
                <a:gd name="connsiteY4" fmla="*/ 1165479 h 2601486"/>
                <a:gd name="connsiteX5" fmla="*/ 522574 w 2180771"/>
                <a:gd name="connsiteY5" fmla="*/ 57386 h 2601486"/>
                <a:gd name="connsiteX6" fmla="*/ 599315 w 2180771"/>
                <a:gd name="connsiteY6" fmla="*/ 0 h 2601486"/>
                <a:gd name="connsiteX7" fmla="*/ 705163 w 2180771"/>
                <a:gd name="connsiteY7" fmla="*/ 52521 h 2601486"/>
                <a:gd name="connsiteX8" fmla="*/ 1704137 w 2180771"/>
                <a:gd name="connsiteY8" fmla="*/ 629279 h 2601486"/>
                <a:gd name="connsiteX9" fmla="*/ 1815005 w 2180771"/>
                <a:gd name="connsiteY9" fmla="*/ 703972 h 2601486"/>
                <a:gd name="connsiteX10" fmla="*/ 2006548 w 2180771"/>
                <a:gd name="connsiteY10" fmla="*/ 907075 h 2601486"/>
                <a:gd name="connsiteX11" fmla="*/ 1986860 w 2180771"/>
                <a:gd name="connsiteY11" fmla="*/ 879387 h 2601486"/>
                <a:gd name="connsiteX12" fmla="*/ 1995060 w 2180771"/>
                <a:gd name="connsiteY12" fmla="*/ 889072 h 2601486"/>
                <a:gd name="connsiteX13" fmla="*/ 2053189 w 2180771"/>
                <a:gd name="connsiteY13" fmla="*/ 1931884 h 2601486"/>
                <a:gd name="connsiteX14" fmla="*/ 2053176 w 2180771"/>
                <a:gd name="connsiteY14" fmla="*/ 1931910 h 2601486"/>
                <a:gd name="connsiteX15" fmla="*/ 1880925 w 2180771"/>
                <a:gd name="connsiteY15" fmla="*/ 2230259 h 2601486"/>
                <a:gd name="connsiteX16" fmla="*/ 1880925 w 2180771"/>
                <a:gd name="connsiteY16" fmla="*/ 2230257 h 2601486"/>
                <a:gd name="connsiteX17" fmla="*/ 2053176 w 2180771"/>
                <a:gd name="connsiteY17" fmla="*/ 1931909 h 2601486"/>
                <a:gd name="connsiteX18" fmla="*/ 2068692 w 2180771"/>
                <a:gd name="connsiteY18" fmla="*/ 1007598 h 2601486"/>
                <a:gd name="connsiteX19" fmla="*/ 2052044 w 2180771"/>
                <a:gd name="connsiteY19" fmla="*/ 978380 h 2601486"/>
                <a:gd name="connsiteX20" fmla="*/ 2063335 w 2180771"/>
                <a:gd name="connsiteY20" fmla="*/ 996075 h 2601486"/>
                <a:gd name="connsiteX21" fmla="*/ 2101939 w 2180771"/>
                <a:gd name="connsiteY21" fmla="*/ 1833636 h 2601486"/>
                <a:gd name="connsiteX22" fmla="*/ 2095166 w 2180771"/>
                <a:gd name="connsiteY22" fmla="*/ 1850517 h 2601486"/>
                <a:gd name="connsiteX23" fmla="*/ 2053189 w 2180771"/>
                <a:gd name="connsiteY23" fmla="*/ 1931884 h 2601486"/>
                <a:gd name="connsiteX24" fmla="*/ 2113879 w 2180771"/>
                <a:gd name="connsiteY24" fmla="*/ 1803879 h 2601486"/>
                <a:gd name="connsiteX25" fmla="*/ 2107267 w 2180771"/>
                <a:gd name="connsiteY25" fmla="*/ 1822898 h 2601486"/>
                <a:gd name="connsiteX26" fmla="*/ 2101939 w 2180771"/>
                <a:gd name="connsiteY26" fmla="*/ 1833636 h 2601486"/>
                <a:gd name="connsiteX27" fmla="*/ 2139904 w 2180771"/>
                <a:gd name="connsiteY27" fmla="*/ 1729011 h 2601486"/>
                <a:gd name="connsiteX28" fmla="*/ 2128657 w 2180771"/>
                <a:gd name="connsiteY28" fmla="*/ 1767046 h 2601486"/>
                <a:gd name="connsiteX29" fmla="*/ 2113879 w 2180771"/>
                <a:gd name="connsiteY29" fmla="*/ 1803879 h 2601486"/>
                <a:gd name="connsiteX30" fmla="*/ 2148810 w 2180771"/>
                <a:gd name="connsiteY30" fmla="*/ 1698893 h 2601486"/>
                <a:gd name="connsiteX31" fmla="*/ 2146335 w 2180771"/>
                <a:gd name="connsiteY31" fmla="*/ 1710510 h 2601486"/>
                <a:gd name="connsiteX32" fmla="*/ 2139904 w 2180771"/>
                <a:gd name="connsiteY32" fmla="*/ 1729011 h 2601486"/>
                <a:gd name="connsiteX33" fmla="*/ 2157689 w 2180771"/>
                <a:gd name="connsiteY33" fmla="*/ 1251116 h 2601486"/>
                <a:gd name="connsiteX34" fmla="*/ 2150333 w 2180771"/>
                <a:gd name="connsiteY34" fmla="*/ 1218457 h 2601486"/>
                <a:gd name="connsiteX35" fmla="*/ 2154097 w 2180771"/>
                <a:gd name="connsiteY35" fmla="*/ 1230476 h 2601486"/>
                <a:gd name="connsiteX36" fmla="*/ 2170719 w 2180771"/>
                <a:gd name="connsiteY36" fmla="*/ 1596043 h 2601486"/>
                <a:gd name="connsiteX37" fmla="*/ 2153795 w 2180771"/>
                <a:gd name="connsiteY37" fmla="*/ 1682035 h 2601486"/>
                <a:gd name="connsiteX38" fmla="*/ 2148810 w 2180771"/>
                <a:gd name="connsiteY38" fmla="*/ 1698893 h 2601486"/>
                <a:gd name="connsiteX39" fmla="*/ 2176181 w 2180771"/>
                <a:gd name="connsiteY39" fmla="*/ 1367039 h 2601486"/>
                <a:gd name="connsiteX40" fmla="*/ 2172063 w 2180771"/>
                <a:gd name="connsiteY40" fmla="*/ 1333720 h 2601486"/>
                <a:gd name="connsiteX41" fmla="*/ 2175673 w 2180771"/>
                <a:gd name="connsiteY41" fmla="*/ 1354469 h 2601486"/>
                <a:gd name="connsiteX42" fmla="*/ 2180771 w 2180771"/>
                <a:gd name="connsiteY42" fmla="*/ 1480722 h 2601486"/>
                <a:gd name="connsiteX43" fmla="*/ 2170722 w 2180771"/>
                <a:gd name="connsiteY43" fmla="*/ 1596025 h 2601486"/>
                <a:gd name="connsiteX44" fmla="*/ 2170719 w 2180771"/>
                <a:gd name="connsiteY44" fmla="*/ 1596043 h 2601486"/>
                <a:gd name="connsiteX45" fmla="*/ 2170722 w 2180771"/>
                <a:gd name="connsiteY45" fmla="*/ 1596025 h 2601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2180771" h="2601486">
                  <a:moveTo>
                    <a:pt x="1880924" y="763130"/>
                  </a:moveTo>
                  <a:lnTo>
                    <a:pt x="1880924" y="2530378"/>
                  </a:lnTo>
                  <a:lnTo>
                    <a:pt x="1863032" y="2536926"/>
                  </a:lnTo>
                  <a:cubicBezTo>
                    <a:pt x="1728135" y="2578883"/>
                    <a:pt x="1584711" y="2601486"/>
                    <a:pt x="1436007" y="2601486"/>
                  </a:cubicBezTo>
                  <a:cubicBezTo>
                    <a:pt x="642922" y="2601486"/>
                    <a:pt x="0" y="1958564"/>
                    <a:pt x="0" y="1165479"/>
                  </a:cubicBezTo>
                  <a:cubicBezTo>
                    <a:pt x="0" y="719369"/>
                    <a:pt x="203425" y="320771"/>
                    <a:pt x="522574" y="57386"/>
                  </a:cubicBezTo>
                  <a:lnTo>
                    <a:pt x="599315" y="0"/>
                  </a:lnTo>
                  <a:lnTo>
                    <a:pt x="705163" y="52521"/>
                  </a:lnTo>
                  <a:lnTo>
                    <a:pt x="1704137" y="629279"/>
                  </a:lnTo>
                  <a:cubicBezTo>
                    <a:pt x="1743333" y="651909"/>
                    <a:pt x="1780314" y="676901"/>
                    <a:pt x="1815005" y="703972"/>
                  </a:cubicBezTo>
                  <a:close/>
                  <a:moveTo>
                    <a:pt x="2006548" y="907075"/>
                  </a:moveTo>
                  <a:lnTo>
                    <a:pt x="1986860" y="879387"/>
                  </a:lnTo>
                  <a:lnTo>
                    <a:pt x="1995060" y="889072"/>
                  </a:lnTo>
                  <a:close/>
                  <a:moveTo>
                    <a:pt x="2053189" y="1931884"/>
                  </a:moveTo>
                  <a:lnTo>
                    <a:pt x="2053176" y="1931910"/>
                  </a:lnTo>
                  <a:lnTo>
                    <a:pt x="1880925" y="2230259"/>
                  </a:lnTo>
                  <a:lnTo>
                    <a:pt x="1880925" y="2230257"/>
                  </a:lnTo>
                  <a:lnTo>
                    <a:pt x="2053176" y="1931909"/>
                  </a:lnTo>
                  <a:close/>
                  <a:moveTo>
                    <a:pt x="2068692" y="1007598"/>
                  </a:moveTo>
                  <a:lnTo>
                    <a:pt x="2052044" y="978380"/>
                  </a:lnTo>
                  <a:lnTo>
                    <a:pt x="2063335" y="996075"/>
                  </a:lnTo>
                  <a:close/>
                  <a:moveTo>
                    <a:pt x="2101939" y="1833636"/>
                  </a:moveTo>
                  <a:lnTo>
                    <a:pt x="2095166" y="1850517"/>
                  </a:lnTo>
                  <a:lnTo>
                    <a:pt x="2053189" y="1931884"/>
                  </a:lnTo>
                  <a:close/>
                  <a:moveTo>
                    <a:pt x="2113879" y="1803879"/>
                  </a:moveTo>
                  <a:lnTo>
                    <a:pt x="2107267" y="1822898"/>
                  </a:lnTo>
                  <a:lnTo>
                    <a:pt x="2101939" y="1833636"/>
                  </a:lnTo>
                  <a:close/>
                  <a:moveTo>
                    <a:pt x="2139904" y="1729011"/>
                  </a:moveTo>
                  <a:lnTo>
                    <a:pt x="2128657" y="1767046"/>
                  </a:lnTo>
                  <a:lnTo>
                    <a:pt x="2113879" y="1803879"/>
                  </a:lnTo>
                  <a:close/>
                  <a:moveTo>
                    <a:pt x="2148810" y="1698893"/>
                  </a:moveTo>
                  <a:lnTo>
                    <a:pt x="2146335" y="1710510"/>
                  </a:lnTo>
                  <a:lnTo>
                    <a:pt x="2139904" y="1729011"/>
                  </a:lnTo>
                  <a:close/>
                  <a:moveTo>
                    <a:pt x="2157689" y="1251116"/>
                  </a:moveTo>
                  <a:lnTo>
                    <a:pt x="2150333" y="1218457"/>
                  </a:lnTo>
                  <a:lnTo>
                    <a:pt x="2154097" y="1230476"/>
                  </a:lnTo>
                  <a:close/>
                  <a:moveTo>
                    <a:pt x="2170719" y="1596043"/>
                  </a:moveTo>
                  <a:lnTo>
                    <a:pt x="2153795" y="1682035"/>
                  </a:lnTo>
                  <a:lnTo>
                    <a:pt x="2148810" y="1698893"/>
                  </a:lnTo>
                  <a:close/>
                  <a:moveTo>
                    <a:pt x="2176181" y="1367039"/>
                  </a:moveTo>
                  <a:lnTo>
                    <a:pt x="2172063" y="1333720"/>
                  </a:lnTo>
                  <a:lnTo>
                    <a:pt x="2175673" y="1354469"/>
                  </a:lnTo>
                  <a:close/>
                  <a:moveTo>
                    <a:pt x="2180771" y="1480722"/>
                  </a:moveTo>
                  <a:cubicBezTo>
                    <a:pt x="2179773" y="1519151"/>
                    <a:pt x="2176442" y="1557656"/>
                    <a:pt x="2170722" y="1596025"/>
                  </a:cubicBezTo>
                  <a:lnTo>
                    <a:pt x="2170719" y="1596043"/>
                  </a:lnTo>
                  <a:lnTo>
                    <a:pt x="2170722" y="1596025"/>
                  </a:lnTo>
                  <a:close/>
                </a:path>
              </a:pathLst>
            </a:custGeom>
            <a:gradFill>
              <a:gsLst>
                <a:gs pos="0">
                  <a:srgbClr val="F2F9FF">
                    <a:alpha val="27000"/>
                  </a:srgbClr>
                </a:gs>
                <a:gs pos="100000">
                  <a:srgbClr val="F2F9FF">
                    <a:alpha val="0"/>
                  </a:srgb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微软雅黑" panose="020B0503020204020204" pitchFamily="34" charset="-122"/>
                <a:sym typeface="Segoe UI" panose="020B0502040204020203" pitchFamily="34" charset="0"/>
              </a:endParaRPr>
            </a:p>
          </p:txBody>
        </p:sp>
        <p:sp>
          <p:nvSpPr>
            <p:cNvPr id="15" name="椭圆 14"/>
            <p:cNvSpPr/>
            <p:nvPr/>
          </p:nvSpPr>
          <p:spPr>
            <a:xfrm>
              <a:off x="6690135" y="2426414"/>
              <a:ext cx="1961282" cy="1961282"/>
            </a:xfrm>
            <a:prstGeom prst="ellipse">
              <a:avLst/>
            </a:prstGeom>
            <a:gradFill>
              <a:gsLst>
                <a:gs pos="0">
                  <a:srgbClr val="F2F9FF">
                    <a:alpha val="27000"/>
                  </a:srgbClr>
                </a:gs>
                <a:gs pos="100000">
                  <a:srgbClr val="F2F9FF">
                    <a:alpha val="0"/>
                  </a:srgb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微软雅黑" panose="020B0503020204020204" pitchFamily="34" charset="-122"/>
                <a:sym typeface="Segoe UI" panose="020B0502040204020203" pitchFamily="34" charset="0"/>
              </a:endParaRPr>
            </a:p>
          </p:txBody>
        </p:sp>
        <p:sp>
          <p:nvSpPr>
            <p:cNvPr id="16" name="任意多边形: 形状 15"/>
            <p:cNvSpPr/>
            <p:nvPr/>
          </p:nvSpPr>
          <p:spPr>
            <a:xfrm rot="16200000">
              <a:off x="8765537" y="2166106"/>
              <a:ext cx="3851186" cy="1695450"/>
            </a:xfrm>
            <a:custGeom>
              <a:avLst/>
              <a:gdLst>
                <a:gd name="connsiteX0" fmla="*/ 3851186 w 3851186"/>
                <a:gd name="connsiteY0" fmla="*/ 1695450 h 1695450"/>
                <a:gd name="connsiteX1" fmla="*/ 1839831 w 3851186"/>
                <a:gd name="connsiteY1" fmla="*/ 1695450 h 1695450"/>
                <a:gd name="connsiteX2" fmla="*/ 1306432 w 3851186"/>
                <a:gd name="connsiteY2" fmla="*/ 1695450 h 1695450"/>
                <a:gd name="connsiteX3" fmla="*/ 0 w 3851186"/>
                <a:gd name="connsiteY3" fmla="*/ 1695450 h 1695450"/>
                <a:gd name="connsiteX4" fmla="*/ 21970 w 3851186"/>
                <a:gd name="connsiteY4" fmla="*/ 1551497 h 1695450"/>
                <a:gd name="connsiteX5" fmla="*/ 1925594 w 3851186"/>
                <a:gd name="connsiteY5" fmla="*/ 0 h 1695450"/>
                <a:gd name="connsiteX6" fmla="*/ 3829216 w 3851186"/>
                <a:gd name="connsiteY6" fmla="*/ 1551497 h 1695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186" h="1695450">
                  <a:moveTo>
                    <a:pt x="3851186" y="1695450"/>
                  </a:moveTo>
                  <a:lnTo>
                    <a:pt x="1839831" y="1695450"/>
                  </a:lnTo>
                  <a:lnTo>
                    <a:pt x="1306432" y="1695450"/>
                  </a:lnTo>
                  <a:lnTo>
                    <a:pt x="0" y="1695450"/>
                  </a:lnTo>
                  <a:lnTo>
                    <a:pt x="21970" y="1551497"/>
                  </a:lnTo>
                  <a:cubicBezTo>
                    <a:pt x="203158" y="666060"/>
                    <a:pt x="986593" y="0"/>
                    <a:pt x="1925594" y="0"/>
                  </a:cubicBezTo>
                  <a:cubicBezTo>
                    <a:pt x="2864594" y="0"/>
                    <a:pt x="3648029" y="666060"/>
                    <a:pt x="3829216" y="1551497"/>
                  </a:cubicBezTo>
                  <a:close/>
                </a:path>
              </a:pathLst>
            </a:custGeom>
            <a:gradFill>
              <a:gsLst>
                <a:gs pos="0">
                  <a:srgbClr val="F2F9FF">
                    <a:alpha val="27000"/>
                  </a:srgbClr>
                </a:gs>
                <a:gs pos="100000">
                  <a:srgbClr val="F2F9FF">
                    <a:alpha val="0"/>
                  </a:srgb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微软雅黑" panose="020B0503020204020204" pitchFamily="34" charset="-122"/>
                <a:sym typeface="Segoe UI" panose="020B0502040204020203" pitchFamily="34" charset="0"/>
              </a:endParaRPr>
            </a:p>
          </p:txBody>
        </p:sp>
      </p:grpSp>
      <p:sp>
        <p:nvSpPr>
          <p:cNvPr id="23" name="任意多边形: 形状 22"/>
          <p:cNvSpPr/>
          <p:nvPr/>
        </p:nvSpPr>
        <p:spPr>
          <a:xfrm flipH="1">
            <a:off x="10602589" y="2807982"/>
            <a:ext cx="1583750" cy="3179395"/>
          </a:xfrm>
          <a:custGeom>
            <a:avLst/>
            <a:gdLst>
              <a:gd name="connsiteX0" fmla="*/ 0 w 1252875"/>
              <a:gd name="connsiteY0" fmla="*/ 0 h 2515160"/>
              <a:gd name="connsiteX1" fmla="*/ 123651 w 1252875"/>
              <a:gd name="connsiteY1" fmla="*/ 6244 h 2515160"/>
              <a:gd name="connsiteX2" fmla="*/ 1252875 w 1252875"/>
              <a:gd name="connsiteY2" fmla="*/ 1257580 h 2515160"/>
              <a:gd name="connsiteX3" fmla="*/ 123651 w 1252875"/>
              <a:gd name="connsiteY3" fmla="*/ 2508916 h 2515160"/>
              <a:gd name="connsiteX4" fmla="*/ 0 w 1252875"/>
              <a:gd name="connsiteY4" fmla="*/ 2515160 h 2515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52875" h="2515160">
                <a:moveTo>
                  <a:pt x="0" y="0"/>
                </a:moveTo>
                <a:lnTo>
                  <a:pt x="123651" y="6244"/>
                </a:lnTo>
                <a:cubicBezTo>
                  <a:pt x="757919" y="70658"/>
                  <a:pt x="1252875" y="606318"/>
                  <a:pt x="1252875" y="1257580"/>
                </a:cubicBezTo>
                <a:cubicBezTo>
                  <a:pt x="1252875" y="1908843"/>
                  <a:pt x="757919" y="2444503"/>
                  <a:pt x="123651" y="2508916"/>
                </a:cubicBezTo>
                <a:lnTo>
                  <a:pt x="0" y="2515160"/>
                </a:lnTo>
                <a:close/>
              </a:path>
            </a:pathLst>
          </a:custGeom>
          <a:gradFill>
            <a:gsLst>
              <a:gs pos="0">
                <a:srgbClr val="0165C5">
                  <a:alpha val="7000"/>
                </a:srgbClr>
              </a:gs>
              <a:gs pos="100000">
                <a:srgbClr val="F2F9FF">
                  <a:alpha val="24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阿里巴巴普惠体" panose="00020600040101010101" pitchFamily="18" charset="-122"/>
              <a:ea typeface="微软雅黑" panose="020B0503020204020204" pitchFamily="34" charset="-122"/>
              <a:sym typeface="Segoe UI" panose="020B0502040204020203" pitchFamily="34" charset="0"/>
            </a:endParaRPr>
          </a:p>
        </p:txBody>
      </p:sp>
      <p:sp>
        <p:nvSpPr>
          <p:cNvPr id="18" name="任意多边形: 形状 17"/>
          <p:cNvSpPr/>
          <p:nvPr/>
        </p:nvSpPr>
        <p:spPr>
          <a:xfrm flipV="1">
            <a:off x="8128592" y="-1372"/>
            <a:ext cx="2978956" cy="1146672"/>
          </a:xfrm>
          <a:custGeom>
            <a:avLst/>
            <a:gdLst>
              <a:gd name="connsiteX0" fmla="*/ 1936014 w 3872028"/>
              <a:gd name="connsiteY0" fmla="*/ 0 h 1490437"/>
              <a:gd name="connsiteX1" fmla="*/ 3851067 w 3872028"/>
              <a:gd name="connsiteY1" fmla="*/ 1408917 h 1490437"/>
              <a:gd name="connsiteX2" fmla="*/ 3872028 w 3872028"/>
              <a:gd name="connsiteY2" fmla="*/ 1490437 h 1490437"/>
              <a:gd name="connsiteX3" fmla="*/ 0 w 3872028"/>
              <a:gd name="connsiteY3" fmla="*/ 1490437 h 1490437"/>
              <a:gd name="connsiteX4" fmla="*/ 20961 w 3872028"/>
              <a:gd name="connsiteY4" fmla="*/ 1408917 h 1490437"/>
              <a:gd name="connsiteX5" fmla="*/ 1936014 w 3872028"/>
              <a:gd name="connsiteY5" fmla="*/ 0 h 14904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872028" h="1490437">
                <a:moveTo>
                  <a:pt x="1936014" y="0"/>
                </a:moveTo>
                <a:cubicBezTo>
                  <a:pt x="2835812" y="0"/>
                  <a:pt x="3597185" y="592662"/>
                  <a:pt x="3851067" y="1408917"/>
                </a:cubicBezTo>
                <a:lnTo>
                  <a:pt x="3872028" y="1490437"/>
                </a:lnTo>
                <a:lnTo>
                  <a:pt x="0" y="1490437"/>
                </a:lnTo>
                <a:lnTo>
                  <a:pt x="20961" y="1408917"/>
                </a:lnTo>
                <a:cubicBezTo>
                  <a:pt x="274843" y="592662"/>
                  <a:pt x="1036217" y="0"/>
                  <a:pt x="1936014" y="0"/>
                </a:cubicBezTo>
                <a:close/>
              </a:path>
            </a:pathLst>
          </a:custGeom>
          <a:gradFill>
            <a:gsLst>
              <a:gs pos="0">
                <a:srgbClr val="0165C5">
                  <a:alpha val="7000"/>
                </a:srgbClr>
              </a:gs>
              <a:gs pos="100000">
                <a:srgbClr val="F2F9FF">
                  <a:alpha val="24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阿里巴巴普惠体" panose="00020600040101010101" pitchFamily="18" charset="-122"/>
              <a:ea typeface="微软雅黑" panose="020B0503020204020204" pitchFamily="34" charset="-122"/>
              <a:sym typeface="Segoe UI" panose="020B0502040204020203" pitchFamily="34" charset="0"/>
            </a:endParaRPr>
          </a:p>
        </p:txBody>
      </p:sp>
      <p:sp>
        <p:nvSpPr>
          <p:cNvPr id="19" name="任意多边形: 形状 18"/>
          <p:cNvSpPr/>
          <p:nvPr/>
        </p:nvSpPr>
        <p:spPr>
          <a:xfrm flipH="1">
            <a:off x="4294452" y="5266545"/>
            <a:ext cx="4134465" cy="1591455"/>
          </a:xfrm>
          <a:custGeom>
            <a:avLst/>
            <a:gdLst>
              <a:gd name="connsiteX0" fmla="*/ 1936014 w 3872028"/>
              <a:gd name="connsiteY0" fmla="*/ 0 h 1490437"/>
              <a:gd name="connsiteX1" fmla="*/ 3851067 w 3872028"/>
              <a:gd name="connsiteY1" fmla="*/ 1408917 h 1490437"/>
              <a:gd name="connsiteX2" fmla="*/ 3872028 w 3872028"/>
              <a:gd name="connsiteY2" fmla="*/ 1490437 h 1490437"/>
              <a:gd name="connsiteX3" fmla="*/ 0 w 3872028"/>
              <a:gd name="connsiteY3" fmla="*/ 1490437 h 1490437"/>
              <a:gd name="connsiteX4" fmla="*/ 20961 w 3872028"/>
              <a:gd name="connsiteY4" fmla="*/ 1408917 h 1490437"/>
              <a:gd name="connsiteX5" fmla="*/ 1936014 w 3872028"/>
              <a:gd name="connsiteY5" fmla="*/ 0 h 14904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872028" h="1490437">
                <a:moveTo>
                  <a:pt x="1936014" y="0"/>
                </a:moveTo>
                <a:cubicBezTo>
                  <a:pt x="2835812" y="0"/>
                  <a:pt x="3597185" y="592662"/>
                  <a:pt x="3851067" y="1408917"/>
                </a:cubicBezTo>
                <a:lnTo>
                  <a:pt x="3872028" y="1490437"/>
                </a:lnTo>
                <a:lnTo>
                  <a:pt x="0" y="1490437"/>
                </a:lnTo>
                <a:lnTo>
                  <a:pt x="20961" y="1408917"/>
                </a:lnTo>
                <a:cubicBezTo>
                  <a:pt x="274843" y="592662"/>
                  <a:pt x="1036217" y="0"/>
                  <a:pt x="1936014" y="0"/>
                </a:cubicBezTo>
                <a:close/>
              </a:path>
            </a:pathLst>
          </a:custGeom>
          <a:gradFill>
            <a:gsLst>
              <a:gs pos="0">
                <a:srgbClr val="0165C5">
                  <a:alpha val="7000"/>
                </a:srgbClr>
              </a:gs>
              <a:gs pos="100000">
                <a:srgbClr val="F2F9FF">
                  <a:alpha val="24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阿里巴巴普惠体" panose="00020600040101010101" pitchFamily="18" charset="-122"/>
              <a:ea typeface="微软雅黑" panose="020B0503020204020204" pitchFamily="34" charset="-122"/>
              <a:sym typeface="Segoe UI" panose="020B0502040204020203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1915" y="375709"/>
            <a:ext cx="2251713" cy="383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958272"/>
      </p:ext>
    </p:extLst>
  </p:cSld>
  <p:clrMapOvr>
    <a:masterClrMapping/>
  </p:clrMapOvr>
  <p:transition spd="slow" advTm="0"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159657"/>
            <a:ext cx="12192000" cy="798286"/>
          </a:xfrm>
          <a:prstGeom prst="rect">
            <a:avLst/>
          </a:prstGeom>
          <a:solidFill>
            <a:srgbClr val="D6E8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任意多边形: 形状 3"/>
          <p:cNvSpPr/>
          <p:nvPr/>
        </p:nvSpPr>
        <p:spPr>
          <a:xfrm rot="5400000" flipH="1">
            <a:off x="130629" y="-188683"/>
            <a:ext cx="1219197" cy="1480455"/>
          </a:xfrm>
          <a:custGeom>
            <a:avLst/>
            <a:gdLst>
              <a:gd name="connsiteX0" fmla="*/ 6096001 w 6395847"/>
              <a:gd name="connsiteY0" fmla="*/ 7221665 h 7221666"/>
              <a:gd name="connsiteX1" fmla="*/ 6096001 w 6395847"/>
              <a:gd name="connsiteY1" fmla="*/ 7221666 h 7221666"/>
              <a:gd name="connsiteX2" fmla="*/ 3314700 w 6395847"/>
              <a:gd name="connsiteY2" fmla="*/ 7221666 h 7221666"/>
              <a:gd name="connsiteX3" fmla="*/ 2781301 w 6395847"/>
              <a:gd name="connsiteY3" fmla="*/ 7221666 h 7221666"/>
              <a:gd name="connsiteX4" fmla="*/ 0 w 6395847"/>
              <a:gd name="connsiteY4" fmla="*/ 7221666 h 7221666"/>
              <a:gd name="connsiteX5" fmla="*/ 0 w 6395847"/>
              <a:gd name="connsiteY5" fmla="*/ 3447952 h 7221666"/>
              <a:gd name="connsiteX6" fmla="*/ 1 w 6395847"/>
              <a:gd name="connsiteY6" fmla="*/ 3447952 h 7221666"/>
              <a:gd name="connsiteX7" fmla="*/ 1 w 6395847"/>
              <a:gd name="connsiteY7" fmla="*/ 3019060 h 7221666"/>
              <a:gd name="connsiteX8" fmla="*/ 279301 w 6395847"/>
              <a:gd name="connsiteY8" fmla="*/ 2344769 h 7221666"/>
              <a:gd name="connsiteX9" fmla="*/ 405446 w 6395847"/>
              <a:gd name="connsiteY9" fmla="*/ 2240690 h 7221666"/>
              <a:gd name="connsiteX10" fmla="*/ 404464 w 6395847"/>
              <a:gd name="connsiteY10" fmla="*/ 2239038 h 7221666"/>
              <a:gd name="connsiteX11" fmla="*/ 415115 w 6395847"/>
              <a:gd name="connsiteY11" fmla="*/ 2232712 h 7221666"/>
              <a:gd name="connsiteX12" fmla="*/ 420431 w 6395847"/>
              <a:gd name="connsiteY12" fmla="*/ 2228326 h 7221666"/>
              <a:gd name="connsiteX13" fmla="*/ 444464 w 6395847"/>
              <a:gd name="connsiteY13" fmla="*/ 2215281 h 7221666"/>
              <a:gd name="connsiteX14" fmla="*/ 3989796 w 6395847"/>
              <a:gd name="connsiteY14" fmla="*/ 109665 h 7221666"/>
              <a:gd name="connsiteX15" fmla="*/ 3993587 w 6395847"/>
              <a:gd name="connsiteY15" fmla="*/ 116048 h 7221666"/>
              <a:gd name="connsiteX16" fmla="*/ 4025229 w 6395847"/>
              <a:gd name="connsiteY16" fmla="*/ 96652 h 7221666"/>
              <a:gd name="connsiteX17" fmla="*/ 4920239 w 6395847"/>
              <a:gd name="connsiteY17" fmla="*/ 127915 h 7221666"/>
              <a:gd name="connsiteX18" fmla="*/ 5919213 w 6395847"/>
              <a:gd name="connsiteY18" fmla="*/ 704673 h 7221666"/>
              <a:gd name="connsiteX19" fmla="*/ 6030081 w 6395847"/>
              <a:gd name="connsiteY19" fmla="*/ 779366 h 7221666"/>
              <a:gd name="connsiteX20" fmla="*/ 6096000 w 6395847"/>
              <a:gd name="connsiteY20" fmla="*/ 838524 h 7221666"/>
              <a:gd name="connsiteX21" fmla="*/ 6096000 w 6395847"/>
              <a:gd name="connsiteY21" fmla="*/ 7221665 h 7221666"/>
              <a:gd name="connsiteX22" fmla="*/ 6221624 w 6395847"/>
              <a:gd name="connsiteY22" fmla="*/ 982469 h 7221666"/>
              <a:gd name="connsiteX23" fmla="*/ 6201936 w 6395847"/>
              <a:gd name="connsiteY23" fmla="*/ 954781 h 7221666"/>
              <a:gd name="connsiteX24" fmla="*/ 6210136 w 6395847"/>
              <a:gd name="connsiteY24" fmla="*/ 964466 h 7221666"/>
              <a:gd name="connsiteX25" fmla="*/ 6283768 w 6395847"/>
              <a:gd name="connsiteY25" fmla="*/ 1082992 h 7221666"/>
              <a:gd name="connsiteX26" fmla="*/ 6267120 w 6395847"/>
              <a:gd name="connsiteY26" fmla="*/ 1053774 h 7221666"/>
              <a:gd name="connsiteX27" fmla="*/ 6278411 w 6395847"/>
              <a:gd name="connsiteY27" fmla="*/ 1071469 h 7221666"/>
              <a:gd name="connsiteX28" fmla="*/ 6372765 w 6395847"/>
              <a:gd name="connsiteY28" fmla="*/ 1326510 h 7221666"/>
              <a:gd name="connsiteX29" fmla="*/ 6365409 w 6395847"/>
              <a:gd name="connsiteY29" fmla="*/ 1293851 h 7221666"/>
              <a:gd name="connsiteX30" fmla="*/ 6369173 w 6395847"/>
              <a:gd name="connsiteY30" fmla="*/ 1305870 h 7221666"/>
              <a:gd name="connsiteX31" fmla="*/ 6391257 w 6395847"/>
              <a:gd name="connsiteY31" fmla="*/ 1442433 h 7221666"/>
              <a:gd name="connsiteX32" fmla="*/ 6387139 w 6395847"/>
              <a:gd name="connsiteY32" fmla="*/ 1409114 h 7221666"/>
              <a:gd name="connsiteX33" fmla="*/ 6390749 w 6395847"/>
              <a:gd name="connsiteY33" fmla="*/ 1429863 h 7221666"/>
              <a:gd name="connsiteX34" fmla="*/ 6395847 w 6395847"/>
              <a:gd name="connsiteY34" fmla="*/ 1556116 h 7221666"/>
              <a:gd name="connsiteX35" fmla="*/ 6268252 w 6395847"/>
              <a:gd name="connsiteY35" fmla="*/ 2007304 h 7221666"/>
              <a:gd name="connsiteX36" fmla="*/ 6096001 w 6395847"/>
              <a:gd name="connsiteY36" fmla="*/ 2305652 h 7221666"/>
              <a:gd name="connsiteX37" fmla="*/ 6096001 w 6395847"/>
              <a:gd name="connsiteY37" fmla="*/ 2305651 h 7221666"/>
              <a:gd name="connsiteX38" fmla="*/ 6268252 w 6395847"/>
              <a:gd name="connsiteY38" fmla="*/ 2007303 h 7221666"/>
              <a:gd name="connsiteX39" fmla="*/ 6385798 w 6395847"/>
              <a:gd name="connsiteY39" fmla="*/ 1671419 h 7221666"/>
              <a:gd name="connsiteX40" fmla="*/ 6395847 w 6395847"/>
              <a:gd name="connsiteY40" fmla="*/ 1556116 h 722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6395847" h="7221666">
                <a:moveTo>
                  <a:pt x="6096001" y="7221665"/>
                </a:moveTo>
                <a:lnTo>
                  <a:pt x="6096001" y="7221666"/>
                </a:lnTo>
                <a:lnTo>
                  <a:pt x="3314700" y="7221666"/>
                </a:lnTo>
                <a:lnTo>
                  <a:pt x="2781301" y="7221666"/>
                </a:lnTo>
                <a:lnTo>
                  <a:pt x="0" y="7221666"/>
                </a:lnTo>
                <a:lnTo>
                  <a:pt x="0" y="3447952"/>
                </a:lnTo>
                <a:lnTo>
                  <a:pt x="1" y="3447952"/>
                </a:lnTo>
                <a:lnTo>
                  <a:pt x="1" y="3019060"/>
                </a:lnTo>
                <a:cubicBezTo>
                  <a:pt x="1" y="2755733"/>
                  <a:pt x="106735" y="2517335"/>
                  <a:pt x="279301" y="2344769"/>
                </a:cubicBezTo>
                <a:lnTo>
                  <a:pt x="405446" y="2240690"/>
                </a:lnTo>
                <a:lnTo>
                  <a:pt x="404464" y="2239038"/>
                </a:lnTo>
                <a:lnTo>
                  <a:pt x="415115" y="2232712"/>
                </a:lnTo>
                <a:lnTo>
                  <a:pt x="420431" y="2228326"/>
                </a:lnTo>
                <a:lnTo>
                  <a:pt x="444464" y="2215281"/>
                </a:lnTo>
                <a:lnTo>
                  <a:pt x="3989796" y="109665"/>
                </a:lnTo>
                <a:lnTo>
                  <a:pt x="3993587" y="116048"/>
                </a:lnTo>
                <a:lnTo>
                  <a:pt x="4025229" y="96652"/>
                </a:lnTo>
                <a:cubicBezTo>
                  <a:pt x="4300466" y="-37338"/>
                  <a:pt x="4635179" y="-36664"/>
                  <a:pt x="4920239" y="127915"/>
                </a:cubicBezTo>
                <a:lnTo>
                  <a:pt x="5919213" y="704673"/>
                </a:lnTo>
                <a:cubicBezTo>
                  <a:pt x="5958409" y="727303"/>
                  <a:pt x="5995390" y="752295"/>
                  <a:pt x="6030081" y="779366"/>
                </a:cubicBezTo>
                <a:lnTo>
                  <a:pt x="6096000" y="838524"/>
                </a:lnTo>
                <a:lnTo>
                  <a:pt x="6096000" y="7221665"/>
                </a:lnTo>
                <a:close/>
                <a:moveTo>
                  <a:pt x="6221624" y="982469"/>
                </a:moveTo>
                <a:lnTo>
                  <a:pt x="6201936" y="954781"/>
                </a:lnTo>
                <a:lnTo>
                  <a:pt x="6210136" y="964466"/>
                </a:lnTo>
                <a:close/>
                <a:moveTo>
                  <a:pt x="6283768" y="1082992"/>
                </a:moveTo>
                <a:lnTo>
                  <a:pt x="6267120" y="1053774"/>
                </a:lnTo>
                <a:lnTo>
                  <a:pt x="6278411" y="1071469"/>
                </a:lnTo>
                <a:close/>
                <a:moveTo>
                  <a:pt x="6372765" y="1326510"/>
                </a:moveTo>
                <a:lnTo>
                  <a:pt x="6365409" y="1293851"/>
                </a:lnTo>
                <a:lnTo>
                  <a:pt x="6369173" y="1305870"/>
                </a:lnTo>
                <a:close/>
                <a:moveTo>
                  <a:pt x="6391257" y="1442433"/>
                </a:moveTo>
                <a:lnTo>
                  <a:pt x="6387139" y="1409114"/>
                </a:lnTo>
                <a:lnTo>
                  <a:pt x="6390749" y="1429863"/>
                </a:lnTo>
                <a:close/>
                <a:moveTo>
                  <a:pt x="6395847" y="1556116"/>
                </a:moveTo>
                <a:cubicBezTo>
                  <a:pt x="6391855" y="1709831"/>
                  <a:pt x="6350542" y="1864774"/>
                  <a:pt x="6268252" y="2007304"/>
                </a:cubicBezTo>
                <a:lnTo>
                  <a:pt x="6096001" y="2305652"/>
                </a:lnTo>
                <a:lnTo>
                  <a:pt x="6096001" y="2305651"/>
                </a:lnTo>
                <a:lnTo>
                  <a:pt x="6268252" y="2007303"/>
                </a:lnTo>
                <a:cubicBezTo>
                  <a:pt x="6329969" y="1900406"/>
                  <a:pt x="6368637" y="1786526"/>
                  <a:pt x="6385798" y="1671419"/>
                </a:cubicBezTo>
                <a:lnTo>
                  <a:pt x="6395847" y="1556116"/>
                </a:lnTo>
                <a:close/>
              </a:path>
            </a:pathLst>
          </a:custGeom>
          <a:gradFill>
            <a:gsLst>
              <a:gs pos="0">
                <a:srgbClr val="0165C5"/>
              </a:gs>
              <a:gs pos="100000">
                <a:srgbClr val="0165C5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阿里巴巴普惠体" panose="00020600040101010101" pitchFamily="18" charset="-122"/>
              <a:ea typeface="微软雅黑" panose="020B0503020204020204" pitchFamily="34" charset="-122"/>
              <a:sym typeface="Segoe UI" panose="020B0502040204020203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670572" y="1555775"/>
            <a:ext cx="101273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>
              <a:lnSpc>
                <a:spcPct val="100000"/>
              </a:lnSpc>
              <a:defRPr lang="zh-CN" altLang="en-US" sz="2400" b="1" kern="1200" dirty="0">
                <a:solidFill>
                  <a:srgbClr val="0463C4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/>
            <a:r>
              <a:rPr lang="zh-CN" altLang="en-US" dirty="0"/>
              <a:t>单击此处编辑母版标题样式 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1915" y="375709"/>
            <a:ext cx="2251713" cy="383211"/>
          </a:xfrm>
          <a:prstGeom prst="rect">
            <a:avLst/>
          </a:prstGeom>
        </p:spPr>
      </p:pic>
      <p:sp>
        <p:nvSpPr>
          <p:cNvPr id="14" name="内容占位符 13"/>
          <p:cNvSpPr>
            <a:spLocks noGrp="1"/>
          </p:cNvSpPr>
          <p:nvPr>
            <p:ph sz="quarter" idx="11"/>
          </p:nvPr>
        </p:nvSpPr>
        <p:spPr>
          <a:xfrm>
            <a:off x="801093" y="2432500"/>
            <a:ext cx="10652971" cy="3540427"/>
          </a:xfrm>
          <a:prstGeom prst="rect">
            <a:avLst/>
          </a:prstGeom>
        </p:spPr>
        <p:txBody>
          <a:bodyPr/>
          <a:lstStyle>
            <a:lvl1pPr eaLnBrk="1" fontAlgn="auto" latinLnBrk="0" hangingPunct="1">
              <a:lnSpc>
                <a:spcPct val="150000"/>
              </a:lnSpc>
              <a:defRPr sz="2000"/>
            </a:lvl1pPr>
            <a:lvl2pPr eaLnBrk="1" fontAlgn="auto" latinLnBrk="0" hangingPunct="1">
              <a:lnSpc>
                <a:spcPct val="150000"/>
              </a:lnSpc>
              <a:defRPr sz="2000"/>
            </a:lvl2pPr>
            <a:lvl3pPr eaLnBrk="1" fontAlgn="auto" latinLnBrk="0" hangingPunct="1">
              <a:lnSpc>
                <a:spcPct val="150000"/>
              </a:lnSpc>
              <a:defRPr sz="2000"/>
            </a:lvl3pPr>
            <a:lvl4pPr eaLnBrk="1" fontAlgn="auto" latinLnBrk="0" hangingPunct="1">
              <a:lnSpc>
                <a:spcPct val="150000"/>
              </a:lnSpc>
              <a:defRPr sz="2000"/>
            </a:lvl4pPr>
            <a:lvl5pPr eaLnBrk="1" fontAlgn="auto" latinLnBrk="0" hangingPunct="1">
              <a:lnSpc>
                <a:spcPct val="150000"/>
              </a:lnSpc>
              <a:defRPr sz="20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grpSp>
        <p:nvGrpSpPr>
          <p:cNvPr id="6" name="组合 5"/>
          <p:cNvGrpSpPr/>
          <p:nvPr/>
        </p:nvGrpSpPr>
        <p:grpSpPr>
          <a:xfrm>
            <a:off x="801093" y="1443871"/>
            <a:ext cx="714694" cy="714694"/>
            <a:chOff x="8289913" y="2508666"/>
            <a:chExt cx="714694" cy="714694"/>
          </a:xfrm>
        </p:grpSpPr>
        <p:sp>
          <p:nvSpPr>
            <p:cNvPr id="7" name="椭圆 6"/>
            <p:cNvSpPr/>
            <p:nvPr/>
          </p:nvSpPr>
          <p:spPr>
            <a:xfrm>
              <a:off x="8289913" y="2508666"/>
              <a:ext cx="714694" cy="714694"/>
            </a:xfrm>
            <a:prstGeom prst="ellipse">
              <a:avLst/>
            </a:prstGeom>
            <a:solidFill>
              <a:srgbClr val="0463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5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endParaRPr>
            </a:p>
          </p:txBody>
        </p:sp>
        <p:sp>
          <p:nvSpPr>
            <p:cNvPr id="8" name="arrow-pointing-left-circular-button_20407"/>
            <p:cNvSpPr>
              <a:spLocks noChangeAspect="1"/>
            </p:cNvSpPr>
            <p:nvPr/>
          </p:nvSpPr>
          <p:spPr bwMode="auto">
            <a:xfrm>
              <a:off x="8444698" y="2663709"/>
              <a:ext cx="405123" cy="404607"/>
            </a:xfrm>
            <a:custGeom>
              <a:avLst/>
              <a:gdLst>
                <a:gd name="T0" fmla="*/ 2307 w 4612"/>
                <a:gd name="T1" fmla="*/ 4614 h 4614"/>
                <a:gd name="T2" fmla="*/ 0 w 4612"/>
                <a:gd name="T3" fmla="*/ 2307 h 4614"/>
                <a:gd name="T4" fmla="*/ 2307 w 4612"/>
                <a:gd name="T5" fmla="*/ 0 h 4614"/>
                <a:gd name="T6" fmla="*/ 4612 w 4612"/>
                <a:gd name="T7" fmla="*/ 2227 h 4614"/>
                <a:gd name="T8" fmla="*/ 2031 w 4612"/>
                <a:gd name="T9" fmla="*/ 2222 h 4614"/>
                <a:gd name="T10" fmla="*/ 2479 w 4612"/>
                <a:gd name="T11" fmla="*/ 1775 h 4614"/>
                <a:gd name="T12" fmla="*/ 2367 w 4612"/>
                <a:gd name="T13" fmla="*/ 1662 h 4614"/>
                <a:gd name="T14" fmla="*/ 1727 w 4612"/>
                <a:gd name="T15" fmla="*/ 2302 h 4614"/>
                <a:gd name="T16" fmla="*/ 2378 w 4612"/>
                <a:gd name="T17" fmla="*/ 2952 h 4614"/>
                <a:gd name="T18" fmla="*/ 2490 w 4612"/>
                <a:gd name="T19" fmla="*/ 2840 h 4614"/>
                <a:gd name="T20" fmla="*/ 2032 w 4612"/>
                <a:gd name="T21" fmla="*/ 2381 h 4614"/>
                <a:gd name="T22" fmla="*/ 4612 w 4612"/>
                <a:gd name="T23" fmla="*/ 2387 h 4614"/>
                <a:gd name="T24" fmla="*/ 2307 w 4612"/>
                <a:gd name="T25" fmla="*/ 4614 h 4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612" h="4614">
                  <a:moveTo>
                    <a:pt x="2307" y="4614"/>
                  </a:moveTo>
                  <a:cubicBezTo>
                    <a:pt x="1035" y="4614"/>
                    <a:pt x="0" y="3579"/>
                    <a:pt x="0" y="2307"/>
                  </a:cubicBezTo>
                  <a:cubicBezTo>
                    <a:pt x="0" y="1035"/>
                    <a:pt x="1035" y="0"/>
                    <a:pt x="2307" y="0"/>
                  </a:cubicBezTo>
                  <a:cubicBezTo>
                    <a:pt x="3553" y="0"/>
                    <a:pt x="4570" y="992"/>
                    <a:pt x="4612" y="2227"/>
                  </a:cubicBezTo>
                  <a:lnTo>
                    <a:pt x="2031" y="2222"/>
                  </a:lnTo>
                  <a:lnTo>
                    <a:pt x="2479" y="1775"/>
                  </a:lnTo>
                  <a:lnTo>
                    <a:pt x="2367" y="1662"/>
                  </a:lnTo>
                  <a:lnTo>
                    <a:pt x="1727" y="2302"/>
                  </a:lnTo>
                  <a:lnTo>
                    <a:pt x="2378" y="2952"/>
                  </a:lnTo>
                  <a:lnTo>
                    <a:pt x="2490" y="2840"/>
                  </a:lnTo>
                  <a:lnTo>
                    <a:pt x="2032" y="2381"/>
                  </a:lnTo>
                  <a:lnTo>
                    <a:pt x="4612" y="2387"/>
                  </a:lnTo>
                  <a:cubicBezTo>
                    <a:pt x="4570" y="3622"/>
                    <a:pt x="3553" y="4614"/>
                    <a:pt x="2307" y="461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endParaRPr>
            </a:p>
          </p:txBody>
        </p:sp>
      </p:grpSp>
      <p:sp>
        <p:nvSpPr>
          <p:cNvPr id="9" name="标题 1"/>
          <p:cNvSpPr>
            <a:spLocks noGrp="1"/>
          </p:cNvSpPr>
          <p:nvPr/>
        </p:nvSpPr>
        <p:spPr>
          <a:xfrm>
            <a:off x="290830" y="384277"/>
            <a:ext cx="11506835" cy="48430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l">
              <a:lnSpc>
                <a:spcPct val="100000"/>
              </a:lnSpc>
              <a:defRPr lang="zh-CN" altLang="en-US" sz="2400" b="1" kern="1200" dirty="0">
                <a:solidFill>
                  <a:srgbClr val="0463C4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 sz="2800" dirty="0">
                <a:solidFill>
                  <a:schemeClr val="bg1"/>
                </a:solidFill>
              </a:rPr>
              <a:t>  </a:t>
            </a:r>
            <a:r>
              <a:rPr lang="en-US" altLang="zh-CN" sz="2800" dirty="0">
                <a:solidFill>
                  <a:schemeClr val="bg1">
                    <a:alpha val="80000"/>
                  </a:schemeClr>
                </a:solidFill>
              </a:rPr>
              <a:t>01</a:t>
            </a:r>
            <a:r>
              <a:rPr lang="en-US" altLang="zh-CN" sz="2800" dirty="0">
                <a:solidFill>
                  <a:srgbClr val="0091D9"/>
                </a:solidFill>
              </a:rPr>
              <a:t>         </a:t>
            </a:r>
            <a:r>
              <a:rPr lang="zh-CN" altLang="en-US" sz="2800" b="1" kern="1200" dirty="0">
                <a:solidFill>
                  <a:srgbClr val="0091D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rPr>
              <a:t>视觉感知要素</a:t>
            </a:r>
            <a:endParaRPr lang="zh-CN" altLang="en-US" sz="2800" b="1" kern="1200" dirty="0">
              <a:solidFill>
                <a:srgbClr val="0091D9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99947615"/>
      </p:ext>
    </p:extLst>
  </p:cSld>
  <p:clrMapOvr>
    <a:masterClrMapping/>
  </p:clrMapOvr>
  <p:transition spd="slow" advTm="0"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159657"/>
            <a:ext cx="12192000" cy="798286"/>
          </a:xfrm>
          <a:prstGeom prst="rect">
            <a:avLst/>
          </a:prstGeom>
          <a:solidFill>
            <a:srgbClr val="D6E8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任意多边形: 形状 3"/>
          <p:cNvSpPr/>
          <p:nvPr/>
        </p:nvSpPr>
        <p:spPr>
          <a:xfrm rot="5400000" flipH="1">
            <a:off x="130629" y="-188683"/>
            <a:ext cx="1219197" cy="1480455"/>
          </a:xfrm>
          <a:custGeom>
            <a:avLst/>
            <a:gdLst>
              <a:gd name="connsiteX0" fmla="*/ 6096001 w 6395847"/>
              <a:gd name="connsiteY0" fmla="*/ 7221665 h 7221666"/>
              <a:gd name="connsiteX1" fmla="*/ 6096001 w 6395847"/>
              <a:gd name="connsiteY1" fmla="*/ 7221666 h 7221666"/>
              <a:gd name="connsiteX2" fmla="*/ 3314700 w 6395847"/>
              <a:gd name="connsiteY2" fmla="*/ 7221666 h 7221666"/>
              <a:gd name="connsiteX3" fmla="*/ 2781301 w 6395847"/>
              <a:gd name="connsiteY3" fmla="*/ 7221666 h 7221666"/>
              <a:gd name="connsiteX4" fmla="*/ 0 w 6395847"/>
              <a:gd name="connsiteY4" fmla="*/ 7221666 h 7221666"/>
              <a:gd name="connsiteX5" fmla="*/ 0 w 6395847"/>
              <a:gd name="connsiteY5" fmla="*/ 3447952 h 7221666"/>
              <a:gd name="connsiteX6" fmla="*/ 1 w 6395847"/>
              <a:gd name="connsiteY6" fmla="*/ 3447952 h 7221666"/>
              <a:gd name="connsiteX7" fmla="*/ 1 w 6395847"/>
              <a:gd name="connsiteY7" fmla="*/ 3019060 h 7221666"/>
              <a:gd name="connsiteX8" fmla="*/ 279301 w 6395847"/>
              <a:gd name="connsiteY8" fmla="*/ 2344769 h 7221666"/>
              <a:gd name="connsiteX9" fmla="*/ 405446 w 6395847"/>
              <a:gd name="connsiteY9" fmla="*/ 2240690 h 7221666"/>
              <a:gd name="connsiteX10" fmla="*/ 404464 w 6395847"/>
              <a:gd name="connsiteY10" fmla="*/ 2239038 h 7221666"/>
              <a:gd name="connsiteX11" fmla="*/ 415115 w 6395847"/>
              <a:gd name="connsiteY11" fmla="*/ 2232712 h 7221666"/>
              <a:gd name="connsiteX12" fmla="*/ 420431 w 6395847"/>
              <a:gd name="connsiteY12" fmla="*/ 2228326 h 7221666"/>
              <a:gd name="connsiteX13" fmla="*/ 444464 w 6395847"/>
              <a:gd name="connsiteY13" fmla="*/ 2215281 h 7221666"/>
              <a:gd name="connsiteX14" fmla="*/ 3989796 w 6395847"/>
              <a:gd name="connsiteY14" fmla="*/ 109665 h 7221666"/>
              <a:gd name="connsiteX15" fmla="*/ 3993587 w 6395847"/>
              <a:gd name="connsiteY15" fmla="*/ 116048 h 7221666"/>
              <a:gd name="connsiteX16" fmla="*/ 4025229 w 6395847"/>
              <a:gd name="connsiteY16" fmla="*/ 96652 h 7221666"/>
              <a:gd name="connsiteX17" fmla="*/ 4920239 w 6395847"/>
              <a:gd name="connsiteY17" fmla="*/ 127915 h 7221666"/>
              <a:gd name="connsiteX18" fmla="*/ 5919213 w 6395847"/>
              <a:gd name="connsiteY18" fmla="*/ 704673 h 7221666"/>
              <a:gd name="connsiteX19" fmla="*/ 6030081 w 6395847"/>
              <a:gd name="connsiteY19" fmla="*/ 779366 h 7221666"/>
              <a:gd name="connsiteX20" fmla="*/ 6096000 w 6395847"/>
              <a:gd name="connsiteY20" fmla="*/ 838524 h 7221666"/>
              <a:gd name="connsiteX21" fmla="*/ 6096000 w 6395847"/>
              <a:gd name="connsiteY21" fmla="*/ 7221665 h 7221666"/>
              <a:gd name="connsiteX22" fmla="*/ 6221624 w 6395847"/>
              <a:gd name="connsiteY22" fmla="*/ 982469 h 7221666"/>
              <a:gd name="connsiteX23" fmla="*/ 6201936 w 6395847"/>
              <a:gd name="connsiteY23" fmla="*/ 954781 h 7221666"/>
              <a:gd name="connsiteX24" fmla="*/ 6210136 w 6395847"/>
              <a:gd name="connsiteY24" fmla="*/ 964466 h 7221666"/>
              <a:gd name="connsiteX25" fmla="*/ 6283768 w 6395847"/>
              <a:gd name="connsiteY25" fmla="*/ 1082992 h 7221666"/>
              <a:gd name="connsiteX26" fmla="*/ 6267120 w 6395847"/>
              <a:gd name="connsiteY26" fmla="*/ 1053774 h 7221666"/>
              <a:gd name="connsiteX27" fmla="*/ 6278411 w 6395847"/>
              <a:gd name="connsiteY27" fmla="*/ 1071469 h 7221666"/>
              <a:gd name="connsiteX28" fmla="*/ 6372765 w 6395847"/>
              <a:gd name="connsiteY28" fmla="*/ 1326510 h 7221666"/>
              <a:gd name="connsiteX29" fmla="*/ 6365409 w 6395847"/>
              <a:gd name="connsiteY29" fmla="*/ 1293851 h 7221666"/>
              <a:gd name="connsiteX30" fmla="*/ 6369173 w 6395847"/>
              <a:gd name="connsiteY30" fmla="*/ 1305870 h 7221666"/>
              <a:gd name="connsiteX31" fmla="*/ 6391257 w 6395847"/>
              <a:gd name="connsiteY31" fmla="*/ 1442433 h 7221666"/>
              <a:gd name="connsiteX32" fmla="*/ 6387139 w 6395847"/>
              <a:gd name="connsiteY32" fmla="*/ 1409114 h 7221666"/>
              <a:gd name="connsiteX33" fmla="*/ 6390749 w 6395847"/>
              <a:gd name="connsiteY33" fmla="*/ 1429863 h 7221666"/>
              <a:gd name="connsiteX34" fmla="*/ 6395847 w 6395847"/>
              <a:gd name="connsiteY34" fmla="*/ 1556116 h 7221666"/>
              <a:gd name="connsiteX35" fmla="*/ 6268252 w 6395847"/>
              <a:gd name="connsiteY35" fmla="*/ 2007304 h 7221666"/>
              <a:gd name="connsiteX36" fmla="*/ 6096001 w 6395847"/>
              <a:gd name="connsiteY36" fmla="*/ 2305652 h 7221666"/>
              <a:gd name="connsiteX37" fmla="*/ 6096001 w 6395847"/>
              <a:gd name="connsiteY37" fmla="*/ 2305651 h 7221666"/>
              <a:gd name="connsiteX38" fmla="*/ 6268252 w 6395847"/>
              <a:gd name="connsiteY38" fmla="*/ 2007303 h 7221666"/>
              <a:gd name="connsiteX39" fmla="*/ 6385798 w 6395847"/>
              <a:gd name="connsiteY39" fmla="*/ 1671419 h 7221666"/>
              <a:gd name="connsiteX40" fmla="*/ 6395847 w 6395847"/>
              <a:gd name="connsiteY40" fmla="*/ 1556116 h 722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6395847" h="7221666">
                <a:moveTo>
                  <a:pt x="6096001" y="7221665"/>
                </a:moveTo>
                <a:lnTo>
                  <a:pt x="6096001" y="7221666"/>
                </a:lnTo>
                <a:lnTo>
                  <a:pt x="3314700" y="7221666"/>
                </a:lnTo>
                <a:lnTo>
                  <a:pt x="2781301" y="7221666"/>
                </a:lnTo>
                <a:lnTo>
                  <a:pt x="0" y="7221666"/>
                </a:lnTo>
                <a:lnTo>
                  <a:pt x="0" y="3447952"/>
                </a:lnTo>
                <a:lnTo>
                  <a:pt x="1" y="3447952"/>
                </a:lnTo>
                <a:lnTo>
                  <a:pt x="1" y="3019060"/>
                </a:lnTo>
                <a:cubicBezTo>
                  <a:pt x="1" y="2755733"/>
                  <a:pt x="106735" y="2517335"/>
                  <a:pt x="279301" y="2344769"/>
                </a:cubicBezTo>
                <a:lnTo>
                  <a:pt x="405446" y="2240690"/>
                </a:lnTo>
                <a:lnTo>
                  <a:pt x="404464" y="2239038"/>
                </a:lnTo>
                <a:lnTo>
                  <a:pt x="415115" y="2232712"/>
                </a:lnTo>
                <a:lnTo>
                  <a:pt x="420431" y="2228326"/>
                </a:lnTo>
                <a:lnTo>
                  <a:pt x="444464" y="2215281"/>
                </a:lnTo>
                <a:lnTo>
                  <a:pt x="3989796" y="109665"/>
                </a:lnTo>
                <a:lnTo>
                  <a:pt x="3993587" y="116048"/>
                </a:lnTo>
                <a:lnTo>
                  <a:pt x="4025229" y="96652"/>
                </a:lnTo>
                <a:cubicBezTo>
                  <a:pt x="4300466" y="-37338"/>
                  <a:pt x="4635179" y="-36664"/>
                  <a:pt x="4920239" y="127915"/>
                </a:cubicBezTo>
                <a:lnTo>
                  <a:pt x="5919213" y="704673"/>
                </a:lnTo>
                <a:cubicBezTo>
                  <a:pt x="5958409" y="727303"/>
                  <a:pt x="5995390" y="752295"/>
                  <a:pt x="6030081" y="779366"/>
                </a:cubicBezTo>
                <a:lnTo>
                  <a:pt x="6096000" y="838524"/>
                </a:lnTo>
                <a:lnTo>
                  <a:pt x="6096000" y="7221665"/>
                </a:lnTo>
                <a:close/>
                <a:moveTo>
                  <a:pt x="6221624" y="982469"/>
                </a:moveTo>
                <a:lnTo>
                  <a:pt x="6201936" y="954781"/>
                </a:lnTo>
                <a:lnTo>
                  <a:pt x="6210136" y="964466"/>
                </a:lnTo>
                <a:close/>
                <a:moveTo>
                  <a:pt x="6283768" y="1082992"/>
                </a:moveTo>
                <a:lnTo>
                  <a:pt x="6267120" y="1053774"/>
                </a:lnTo>
                <a:lnTo>
                  <a:pt x="6278411" y="1071469"/>
                </a:lnTo>
                <a:close/>
                <a:moveTo>
                  <a:pt x="6372765" y="1326510"/>
                </a:moveTo>
                <a:lnTo>
                  <a:pt x="6365409" y="1293851"/>
                </a:lnTo>
                <a:lnTo>
                  <a:pt x="6369173" y="1305870"/>
                </a:lnTo>
                <a:close/>
                <a:moveTo>
                  <a:pt x="6391257" y="1442433"/>
                </a:moveTo>
                <a:lnTo>
                  <a:pt x="6387139" y="1409114"/>
                </a:lnTo>
                <a:lnTo>
                  <a:pt x="6390749" y="1429863"/>
                </a:lnTo>
                <a:close/>
                <a:moveTo>
                  <a:pt x="6395847" y="1556116"/>
                </a:moveTo>
                <a:cubicBezTo>
                  <a:pt x="6391855" y="1709831"/>
                  <a:pt x="6350542" y="1864774"/>
                  <a:pt x="6268252" y="2007304"/>
                </a:cubicBezTo>
                <a:lnTo>
                  <a:pt x="6096001" y="2305652"/>
                </a:lnTo>
                <a:lnTo>
                  <a:pt x="6096001" y="2305651"/>
                </a:lnTo>
                <a:lnTo>
                  <a:pt x="6268252" y="2007303"/>
                </a:lnTo>
                <a:cubicBezTo>
                  <a:pt x="6329969" y="1900406"/>
                  <a:pt x="6368637" y="1786526"/>
                  <a:pt x="6385798" y="1671419"/>
                </a:cubicBezTo>
                <a:lnTo>
                  <a:pt x="6395847" y="1556116"/>
                </a:lnTo>
                <a:close/>
              </a:path>
            </a:pathLst>
          </a:custGeom>
          <a:gradFill>
            <a:gsLst>
              <a:gs pos="0">
                <a:srgbClr val="0165C5"/>
              </a:gs>
              <a:gs pos="100000">
                <a:srgbClr val="0165C5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阿里巴巴普惠体" panose="00020600040101010101" pitchFamily="18" charset="-122"/>
              <a:ea typeface="微软雅黑" panose="020B0503020204020204" pitchFamily="34" charset="-122"/>
              <a:sym typeface="Segoe UI" panose="020B0502040204020203" pitchFamily="3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1915" y="375709"/>
            <a:ext cx="2251713" cy="383211"/>
          </a:xfrm>
          <a:prstGeom prst="rect">
            <a:avLst/>
          </a:prstGeom>
        </p:spPr>
      </p:pic>
      <p:grpSp>
        <p:nvGrpSpPr>
          <p:cNvPr id="7" name="组合 6"/>
          <p:cNvGrpSpPr/>
          <p:nvPr/>
        </p:nvGrpSpPr>
        <p:grpSpPr>
          <a:xfrm>
            <a:off x="801093" y="1443871"/>
            <a:ext cx="714694" cy="714694"/>
            <a:chOff x="8289913" y="2508666"/>
            <a:chExt cx="714694" cy="714694"/>
          </a:xfrm>
        </p:grpSpPr>
        <p:sp>
          <p:nvSpPr>
            <p:cNvPr id="8" name="椭圆 7"/>
            <p:cNvSpPr/>
            <p:nvPr/>
          </p:nvSpPr>
          <p:spPr>
            <a:xfrm>
              <a:off x="8289913" y="2508666"/>
              <a:ext cx="714694" cy="714694"/>
            </a:xfrm>
            <a:prstGeom prst="ellipse">
              <a:avLst/>
            </a:prstGeom>
            <a:solidFill>
              <a:srgbClr val="0463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5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endParaRPr>
            </a:p>
          </p:txBody>
        </p:sp>
        <p:sp>
          <p:nvSpPr>
            <p:cNvPr id="10" name="arrow-pointing-left-circular-button_20407"/>
            <p:cNvSpPr>
              <a:spLocks noChangeAspect="1"/>
            </p:cNvSpPr>
            <p:nvPr/>
          </p:nvSpPr>
          <p:spPr bwMode="auto">
            <a:xfrm>
              <a:off x="8444698" y="2663709"/>
              <a:ext cx="405123" cy="404607"/>
            </a:xfrm>
            <a:custGeom>
              <a:avLst/>
              <a:gdLst>
                <a:gd name="T0" fmla="*/ 2307 w 4612"/>
                <a:gd name="T1" fmla="*/ 4614 h 4614"/>
                <a:gd name="T2" fmla="*/ 0 w 4612"/>
                <a:gd name="T3" fmla="*/ 2307 h 4614"/>
                <a:gd name="T4" fmla="*/ 2307 w 4612"/>
                <a:gd name="T5" fmla="*/ 0 h 4614"/>
                <a:gd name="T6" fmla="*/ 4612 w 4612"/>
                <a:gd name="T7" fmla="*/ 2227 h 4614"/>
                <a:gd name="T8" fmla="*/ 2031 w 4612"/>
                <a:gd name="T9" fmla="*/ 2222 h 4614"/>
                <a:gd name="T10" fmla="*/ 2479 w 4612"/>
                <a:gd name="T11" fmla="*/ 1775 h 4614"/>
                <a:gd name="T12" fmla="*/ 2367 w 4612"/>
                <a:gd name="T13" fmla="*/ 1662 h 4614"/>
                <a:gd name="T14" fmla="*/ 1727 w 4612"/>
                <a:gd name="T15" fmla="*/ 2302 h 4614"/>
                <a:gd name="T16" fmla="*/ 2378 w 4612"/>
                <a:gd name="T17" fmla="*/ 2952 h 4614"/>
                <a:gd name="T18" fmla="*/ 2490 w 4612"/>
                <a:gd name="T19" fmla="*/ 2840 h 4614"/>
                <a:gd name="T20" fmla="*/ 2032 w 4612"/>
                <a:gd name="T21" fmla="*/ 2381 h 4614"/>
                <a:gd name="T22" fmla="*/ 4612 w 4612"/>
                <a:gd name="T23" fmla="*/ 2387 h 4614"/>
                <a:gd name="T24" fmla="*/ 2307 w 4612"/>
                <a:gd name="T25" fmla="*/ 4614 h 4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612" h="4614">
                  <a:moveTo>
                    <a:pt x="2307" y="4614"/>
                  </a:moveTo>
                  <a:cubicBezTo>
                    <a:pt x="1035" y="4614"/>
                    <a:pt x="0" y="3579"/>
                    <a:pt x="0" y="2307"/>
                  </a:cubicBezTo>
                  <a:cubicBezTo>
                    <a:pt x="0" y="1035"/>
                    <a:pt x="1035" y="0"/>
                    <a:pt x="2307" y="0"/>
                  </a:cubicBezTo>
                  <a:cubicBezTo>
                    <a:pt x="3553" y="0"/>
                    <a:pt x="4570" y="992"/>
                    <a:pt x="4612" y="2227"/>
                  </a:cubicBezTo>
                  <a:lnTo>
                    <a:pt x="2031" y="2222"/>
                  </a:lnTo>
                  <a:lnTo>
                    <a:pt x="2479" y="1775"/>
                  </a:lnTo>
                  <a:lnTo>
                    <a:pt x="2367" y="1662"/>
                  </a:lnTo>
                  <a:lnTo>
                    <a:pt x="1727" y="2302"/>
                  </a:lnTo>
                  <a:lnTo>
                    <a:pt x="2378" y="2952"/>
                  </a:lnTo>
                  <a:lnTo>
                    <a:pt x="2490" y="2840"/>
                  </a:lnTo>
                  <a:lnTo>
                    <a:pt x="2032" y="2381"/>
                  </a:lnTo>
                  <a:lnTo>
                    <a:pt x="4612" y="2387"/>
                  </a:lnTo>
                  <a:cubicBezTo>
                    <a:pt x="4570" y="3622"/>
                    <a:pt x="3553" y="4614"/>
                    <a:pt x="2307" y="461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endParaRPr>
            </a:p>
          </p:txBody>
        </p:sp>
      </p:grpSp>
      <p:sp>
        <p:nvSpPr>
          <p:cNvPr id="11" name="矩形 3"/>
          <p:cNvSpPr/>
          <p:nvPr/>
        </p:nvSpPr>
        <p:spPr>
          <a:xfrm>
            <a:off x="747487" y="2313608"/>
            <a:ext cx="10697028" cy="407729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endParaRPr lang="ru-RU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阿里巴巴普惠体" panose="00020600040101010101" pitchFamily="18" charset="-122"/>
            </a:endParaRPr>
          </a:p>
        </p:txBody>
      </p:sp>
      <p:sp>
        <p:nvSpPr>
          <p:cNvPr id="23" name="内容占位符 22"/>
          <p:cNvSpPr>
            <a:spLocks noGrp="1"/>
          </p:cNvSpPr>
          <p:nvPr>
            <p:ph sz="quarter" idx="12"/>
          </p:nvPr>
        </p:nvSpPr>
        <p:spPr>
          <a:xfrm>
            <a:off x="1024731" y="2516808"/>
            <a:ext cx="10142537" cy="323051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/>
            </a:lvl1pPr>
            <a:lvl2pPr>
              <a:defRPr sz="2000"/>
            </a:lvl2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15" name="标题 1"/>
          <p:cNvSpPr>
            <a:spLocks noGrp="1"/>
          </p:cNvSpPr>
          <p:nvPr>
            <p:ph type="title" hasCustomPrompt="1"/>
          </p:nvPr>
        </p:nvSpPr>
        <p:spPr>
          <a:xfrm>
            <a:off x="1670572" y="1555775"/>
            <a:ext cx="101273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>
              <a:lnSpc>
                <a:spcPct val="100000"/>
              </a:lnSpc>
              <a:defRPr lang="zh-CN" altLang="en-US" sz="2400" b="1" kern="1200" dirty="0">
                <a:solidFill>
                  <a:srgbClr val="0463C4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/>
            <a:r>
              <a:rPr lang="zh-CN" altLang="en-US" dirty="0"/>
              <a:t>单击此处编辑母版标题样式 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057B88A-48E7-5510-D21C-302607EC0201}"/>
              </a:ext>
            </a:extLst>
          </p:cNvPr>
          <p:cNvSpPr>
            <a:spLocks noGrp="1"/>
          </p:cNvSpPr>
          <p:nvPr/>
        </p:nvSpPr>
        <p:spPr>
          <a:xfrm>
            <a:off x="290830" y="384278"/>
            <a:ext cx="11506835" cy="48430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l">
              <a:lnSpc>
                <a:spcPct val="100000"/>
              </a:lnSpc>
              <a:defRPr lang="zh-CN" altLang="en-US" sz="2400" b="1" kern="1200" dirty="0">
                <a:solidFill>
                  <a:srgbClr val="0463C4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sz="2800" dirty="0">
                <a:solidFill>
                  <a:schemeClr val="bg1"/>
                </a:solidFill>
              </a:rPr>
              <a:t>  </a:t>
            </a:r>
            <a:r>
              <a:rPr lang="en-US" altLang="zh-CN" sz="2800" dirty="0">
                <a:solidFill>
                  <a:schemeClr val="bg1">
                    <a:alpha val="80000"/>
                  </a:schemeClr>
                </a:solidFill>
              </a:rPr>
              <a:t>01</a:t>
            </a:r>
            <a:r>
              <a:rPr lang="en-US" altLang="zh-CN" sz="2800" dirty="0">
                <a:solidFill>
                  <a:srgbClr val="0091D9"/>
                </a:solidFill>
              </a:rPr>
              <a:t>         </a:t>
            </a:r>
            <a:r>
              <a:rPr lang="zh-CN" altLang="en-US" sz="2800" b="1" kern="1200" dirty="0">
                <a:solidFill>
                  <a:srgbClr val="0091D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rPr>
              <a:t>视觉感知要素</a:t>
            </a:r>
            <a:endParaRPr lang="zh-CN" altLang="en-US" sz="2800" dirty="0">
              <a:solidFill>
                <a:srgbClr val="0091D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374930"/>
      </p:ext>
    </p:extLst>
  </p:cSld>
  <p:clrMapOvr>
    <a:masterClrMapping/>
  </p:clrMapOvr>
  <p:transition spd="slow" advTm="0"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150640"/>
            <a:ext cx="12192000" cy="798286"/>
          </a:xfrm>
          <a:prstGeom prst="rect">
            <a:avLst/>
          </a:prstGeom>
          <a:solidFill>
            <a:srgbClr val="D6E8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任意多边形: 形状 3"/>
          <p:cNvSpPr/>
          <p:nvPr/>
        </p:nvSpPr>
        <p:spPr>
          <a:xfrm rot="5400000" flipH="1">
            <a:off x="130629" y="-188683"/>
            <a:ext cx="1219197" cy="1480455"/>
          </a:xfrm>
          <a:custGeom>
            <a:avLst/>
            <a:gdLst>
              <a:gd name="connsiteX0" fmla="*/ 6096001 w 6395847"/>
              <a:gd name="connsiteY0" fmla="*/ 7221665 h 7221666"/>
              <a:gd name="connsiteX1" fmla="*/ 6096001 w 6395847"/>
              <a:gd name="connsiteY1" fmla="*/ 7221666 h 7221666"/>
              <a:gd name="connsiteX2" fmla="*/ 3314700 w 6395847"/>
              <a:gd name="connsiteY2" fmla="*/ 7221666 h 7221666"/>
              <a:gd name="connsiteX3" fmla="*/ 2781301 w 6395847"/>
              <a:gd name="connsiteY3" fmla="*/ 7221666 h 7221666"/>
              <a:gd name="connsiteX4" fmla="*/ 0 w 6395847"/>
              <a:gd name="connsiteY4" fmla="*/ 7221666 h 7221666"/>
              <a:gd name="connsiteX5" fmla="*/ 0 w 6395847"/>
              <a:gd name="connsiteY5" fmla="*/ 3447952 h 7221666"/>
              <a:gd name="connsiteX6" fmla="*/ 1 w 6395847"/>
              <a:gd name="connsiteY6" fmla="*/ 3447952 h 7221666"/>
              <a:gd name="connsiteX7" fmla="*/ 1 w 6395847"/>
              <a:gd name="connsiteY7" fmla="*/ 3019060 h 7221666"/>
              <a:gd name="connsiteX8" fmla="*/ 279301 w 6395847"/>
              <a:gd name="connsiteY8" fmla="*/ 2344769 h 7221666"/>
              <a:gd name="connsiteX9" fmla="*/ 405446 w 6395847"/>
              <a:gd name="connsiteY9" fmla="*/ 2240690 h 7221666"/>
              <a:gd name="connsiteX10" fmla="*/ 404464 w 6395847"/>
              <a:gd name="connsiteY10" fmla="*/ 2239038 h 7221666"/>
              <a:gd name="connsiteX11" fmla="*/ 415115 w 6395847"/>
              <a:gd name="connsiteY11" fmla="*/ 2232712 h 7221666"/>
              <a:gd name="connsiteX12" fmla="*/ 420431 w 6395847"/>
              <a:gd name="connsiteY12" fmla="*/ 2228326 h 7221666"/>
              <a:gd name="connsiteX13" fmla="*/ 444464 w 6395847"/>
              <a:gd name="connsiteY13" fmla="*/ 2215281 h 7221666"/>
              <a:gd name="connsiteX14" fmla="*/ 3989796 w 6395847"/>
              <a:gd name="connsiteY14" fmla="*/ 109665 h 7221666"/>
              <a:gd name="connsiteX15" fmla="*/ 3993587 w 6395847"/>
              <a:gd name="connsiteY15" fmla="*/ 116048 h 7221666"/>
              <a:gd name="connsiteX16" fmla="*/ 4025229 w 6395847"/>
              <a:gd name="connsiteY16" fmla="*/ 96652 h 7221666"/>
              <a:gd name="connsiteX17" fmla="*/ 4920239 w 6395847"/>
              <a:gd name="connsiteY17" fmla="*/ 127915 h 7221666"/>
              <a:gd name="connsiteX18" fmla="*/ 5919213 w 6395847"/>
              <a:gd name="connsiteY18" fmla="*/ 704673 h 7221666"/>
              <a:gd name="connsiteX19" fmla="*/ 6030081 w 6395847"/>
              <a:gd name="connsiteY19" fmla="*/ 779366 h 7221666"/>
              <a:gd name="connsiteX20" fmla="*/ 6096000 w 6395847"/>
              <a:gd name="connsiteY20" fmla="*/ 838524 h 7221666"/>
              <a:gd name="connsiteX21" fmla="*/ 6096000 w 6395847"/>
              <a:gd name="connsiteY21" fmla="*/ 7221665 h 7221666"/>
              <a:gd name="connsiteX22" fmla="*/ 6221624 w 6395847"/>
              <a:gd name="connsiteY22" fmla="*/ 982469 h 7221666"/>
              <a:gd name="connsiteX23" fmla="*/ 6201936 w 6395847"/>
              <a:gd name="connsiteY23" fmla="*/ 954781 h 7221666"/>
              <a:gd name="connsiteX24" fmla="*/ 6210136 w 6395847"/>
              <a:gd name="connsiteY24" fmla="*/ 964466 h 7221666"/>
              <a:gd name="connsiteX25" fmla="*/ 6283768 w 6395847"/>
              <a:gd name="connsiteY25" fmla="*/ 1082992 h 7221666"/>
              <a:gd name="connsiteX26" fmla="*/ 6267120 w 6395847"/>
              <a:gd name="connsiteY26" fmla="*/ 1053774 h 7221666"/>
              <a:gd name="connsiteX27" fmla="*/ 6278411 w 6395847"/>
              <a:gd name="connsiteY27" fmla="*/ 1071469 h 7221666"/>
              <a:gd name="connsiteX28" fmla="*/ 6372765 w 6395847"/>
              <a:gd name="connsiteY28" fmla="*/ 1326510 h 7221666"/>
              <a:gd name="connsiteX29" fmla="*/ 6365409 w 6395847"/>
              <a:gd name="connsiteY29" fmla="*/ 1293851 h 7221666"/>
              <a:gd name="connsiteX30" fmla="*/ 6369173 w 6395847"/>
              <a:gd name="connsiteY30" fmla="*/ 1305870 h 7221666"/>
              <a:gd name="connsiteX31" fmla="*/ 6391257 w 6395847"/>
              <a:gd name="connsiteY31" fmla="*/ 1442433 h 7221666"/>
              <a:gd name="connsiteX32" fmla="*/ 6387139 w 6395847"/>
              <a:gd name="connsiteY32" fmla="*/ 1409114 h 7221666"/>
              <a:gd name="connsiteX33" fmla="*/ 6390749 w 6395847"/>
              <a:gd name="connsiteY33" fmla="*/ 1429863 h 7221666"/>
              <a:gd name="connsiteX34" fmla="*/ 6395847 w 6395847"/>
              <a:gd name="connsiteY34" fmla="*/ 1556116 h 7221666"/>
              <a:gd name="connsiteX35" fmla="*/ 6268252 w 6395847"/>
              <a:gd name="connsiteY35" fmla="*/ 2007304 h 7221666"/>
              <a:gd name="connsiteX36" fmla="*/ 6096001 w 6395847"/>
              <a:gd name="connsiteY36" fmla="*/ 2305652 h 7221666"/>
              <a:gd name="connsiteX37" fmla="*/ 6096001 w 6395847"/>
              <a:gd name="connsiteY37" fmla="*/ 2305651 h 7221666"/>
              <a:gd name="connsiteX38" fmla="*/ 6268252 w 6395847"/>
              <a:gd name="connsiteY38" fmla="*/ 2007303 h 7221666"/>
              <a:gd name="connsiteX39" fmla="*/ 6385798 w 6395847"/>
              <a:gd name="connsiteY39" fmla="*/ 1671419 h 7221666"/>
              <a:gd name="connsiteX40" fmla="*/ 6395847 w 6395847"/>
              <a:gd name="connsiteY40" fmla="*/ 1556116 h 722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6395847" h="7221666">
                <a:moveTo>
                  <a:pt x="6096001" y="7221665"/>
                </a:moveTo>
                <a:lnTo>
                  <a:pt x="6096001" y="7221666"/>
                </a:lnTo>
                <a:lnTo>
                  <a:pt x="3314700" y="7221666"/>
                </a:lnTo>
                <a:lnTo>
                  <a:pt x="2781301" y="7221666"/>
                </a:lnTo>
                <a:lnTo>
                  <a:pt x="0" y="7221666"/>
                </a:lnTo>
                <a:lnTo>
                  <a:pt x="0" y="3447952"/>
                </a:lnTo>
                <a:lnTo>
                  <a:pt x="1" y="3447952"/>
                </a:lnTo>
                <a:lnTo>
                  <a:pt x="1" y="3019060"/>
                </a:lnTo>
                <a:cubicBezTo>
                  <a:pt x="1" y="2755733"/>
                  <a:pt x="106735" y="2517335"/>
                  <a:pt x="279301" y="2344769"/>
                </a:cubicBezTo>
                <a:lnTo>
                  <a:pt x="405446" y="2240690"/>
                </a:lnTo>
                <a:lnTo>
                  <a:pt x="404464" y="2239038"/>
                </a:lnTo>
                <a:lnTo>
                  <a:pt x="415115" y="2232712"/>
                </a:lnTo>
                <a:lnTo>
                  <a:pt x="420431" y="2228326"/>
                </a:lnTo>
                <a:lnTo>
                  <a:pt x="444464" y="2215281"/>
                </a:lnTo>
                <a:lnTo>
                  <a:pt x="3989796" y="109665"/>
                </a:lnTo>
                <a:lnTo>
                  <a:pt x="3993587" y="116048"/>
                </a:lnTo>
                <a:lnTo>
                  <a:pt x="4025229" y="96652"/>
                </a:lnTo>
                <a:cubicBezTo>
                  <a:pt x="4300466" y="-37338"/>
                  <a:pt x="4635179" y="-36664"/>
                  <a:pt x="4920239" y="127915"/>
                </a:cubicBezTo>
                <a:lnTo>
                  <a:pt x="5919213" y="704673"/>
                </a:lnTo>
                <a:cubicBezTo>
                  <a:pt x="5958409" y="727303"/>
                  <a:pt x="5995390" y="752295"/>
                  <a:pt x="6030081" y="779366"/>
                </a:cubicBezTo>
                <a:lnTo>
                  <a:pt x="6096000" y="838524"/>
                </a:lnTo>
                <a:lnTo>
                  <a:pt x="6096000" y="7221665"/>
                </a:lnTo>
                <a:close/>
                <a:moveTo>
                  <a:pt x="6221624" y="982469"/>
                </a:moveTo>
                <a:lnTo>
                  <a:pt x="6201936" y="954781"/>
                </a:lnTo>
                <a:lnTo>
                  <a:pt x="6210136" y="964466"/>
                </a:lnTo>
                <a:close/>
                <a:moveTo>
                  <a:pt x="6283768" y="1082992"/>
                </a:moveTo>
                <a:lnTo>
                  <a:pt x="6267120" y="1053774"/>
                </a:lnTo>
                <a:lnTo>
                  <a:pt x="6278411" y="1071469"/>
                </a:lnTo>
                <a:close/>
                <a:moveTo>
                  <a:pt x="6372765" y="1326510"/>
                </a:moveTo>
                <a:lnTo>
                  <a:pt x="6365409" y="1293851"/>
                </a:lnTo>
                <a:lnTo>
                  <a:pt x="6369173" y="1305870"/>
                </a:lnTo>
                <a:close/>
                <a:moveTo>
                  <a:pt x="6391257" y="1442433"/>
                </a:moveTo>
                <a:lnTo>
                  <a:pt x="6387139" y="1409114"/>
                </a:lnTo>
                <a:lnTo>
                  <a:pt x="6390749" y="1429863"/>
                </a:lnTo>
                <a:close/>
                <a:moveTo>
                  <a:pt x="6395847" y="1556116"/>
                </a:moveTo>
                <a:cubicBezTo>
                  <a:pt x="6391855" y="1709831"/>
                  <a:pt x="6350542" y="1864774"/>
                  <a:pt x="6268252" y="2007304"/>
                </a:cubicBezTo>
                <a:lnTo>
                  <a:pt x="6096001" y="2305652"/>
                </a:lnTo>
                <a:lnTo>
                  <a:pt x="6096001" y="2305651"/>
                </a:lnTo>
                <a:lnTo>
                  <a:pt x="6268252" y="2007303"/>
                </a:lnTo>
                <a:cubicBezTo>
                  <a:pt x="6329969" y="1900406"/>
                  <a:pt x="6368637" y="1786526"/>
                  <a:pt x="6385798" y="1671419"/>
                </a:cubicBezTo>
                <a:lnTo>
                  <a:pt x="6395847" y="1556116"/>
                </a:lnTo>
                <a:close/>
              </a:path>
            </a:pathLst>
          </a:custGeom>
          <a:gradFill>
            <a:gsLst>
              <a:gs pos="0">
                <a:srgbClr val="0165C5"/>
              </a:gs>
              <a:gs pos="100000">
                <a:srgbClr val="0165C5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阿里巴巴普惠体" panose="00020600040101010101" pitchFamily="18" charset="-122"/>
              <a:ea typeface="微软雅黑" panose="020B0503020204020204" pitchFamily="34" charset="-122"/>
              <a:sym typeface="Segoe UI" panose="020B0502040204020203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670572" y="1555775"/>
            <a:ext cx="101273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>
              <a:lnSpc>
                <a:spcPct val="100000"/>
              </a:lnSpc>
              <a:defRPr lang="zh-CN" altLang="en-US" sz="2400" b="1" kern="1200" dirty="0">
                <a:solidFill>
                  <a:srgbClr val="0463C4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/>
            <a:r>
              <a:rPr lang="zh-CN" altLang="en-US" dirty="0"/>
              <a:t>单击此处编辑母版标题样式 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1915" y="375709"/>
            <a:ext cx="2251713" cy="383211"/>
          </a:xfrm>
          <a:prstGeom prst="rect">
            <a:avLst/>
          </a:prstGeom>
        </p:spPr>
      </p:pic>
      <p:grpSp>
        <p:nvGrpSpPr>
          <p:cNvPr id="6" name="组合 5"/>
          <p:cNvGrpSpPr/>
          <p:nvPr/>
        </p:nvGrpSpPr>
        <p:grpSpPr>
          <a:xfrm>
            <a:off x="801093" y="1443871"/>
            <a:ext cx="714694" cy="714694"/>
            <a:chOff x="8289913" y="2508666"/>
            <a:chExt cx="714694" cy="714694"/>
          </a:xfrm>
        </p:grpSpPr>
        <p:sp>
          <p:nvSpPr>
            <p:cNvPr id="7" name="椭圆 6"/>
            <p:cNvSpPr/>
            <p:nvPr/>
          </p:nvSpPr>
          <p:spPr>
            <a:xfrm>
              <a:off x="8289913" y="2508666"/>
              <a:ext cx="714694" cy="714694"/>
            </a:xfrm>
            <a:prstGeom prst="ellipse">
              <a:avLst/>
            </a:prstGeom>
            <a:solidFill>
              <a:srgbClr val="0463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5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endParaRPr>
            </a:p>
          </p:txBody>
        </p:sp>
        <p:sp>
          <p:nvSpPr>
            <p:cNvPr id="8" name="arrow-pointing-left-circular-button_20407"/>
            <p:cNvSpPr>
              <a:spLocks noChangeAspect="1"/>
            </p:cNvSpPr>
            <p:nvPr/>
          </p:nvSpPr>
          <p:spPr bwMode="auto">
            <a:xfrm>
              <a:off x="8444698" y="2663709"/>
              <a:ext cx="405123" cy="404607"/>
            </a:xfrm>
            <a:custGeom>
              <a:avLst/>
              <a:gdLst>
                <a:gd name="T0" fmla="*/ 2307 w 4612"/>
                <a:gd name="T1" fmla="*/ 4614 h 4614"/>
                <a:gd name="T2" fmla="*/ 0 w 4612"/>
                <a:gd name="T3" fmla="*/ 2307 h 4614"/>
                <a:gd name="T4" fmla="*/ 2307 w 4612"/>
                <a:gd name="T5" fmla="*/ 0 h 4614"/>
                <a:gd name="T6" fmla="*/ 4612 w 4612"/>
                <a:gd name="T7" fmla="*/ 2227 h 4614"/>
                <a:gd name="T8" fmla="*/ 2031 w 4612"/>
                <a:gd name="T9" fmla="*/ 2222 h 4614"/>
                <a:gd name="T10" fmla="*/ 2479 w 4612"/>
                <a:gd name="T11" fmla="*/ 1775 h 4614"/>
                <a:gd name="T12" fmla="*/ 2367 w 4612"/>
                <a:gd name="T13" fmla="*/ 1662 h 4614"/>
                <a:gd name="T14" fmla="*/ 1727 w 4612"/>
                <a:gd name="T15" fmla="*/ 2302 h 4614"/>
                <a:gd name="T16" fmla="*/ 2378 w 4612"/>
                <a:gd name="T17" fmla="*/ 2952 h 4614"/>
                <a:gd name="T18" fmla="*/ 2490 w 4612"/>
                <a:gd name="T19" fmla="*/ 2840 h 4614"/>
                <a:gd name="T20" fmla="*/ 2032 w 4612"/>
                <a:gd name="T21" fmla="*/ 2381 h 4614"/>
                <a:gd name="T22" fmla="*/ 4612 w 4612"/>
                <a:gd name="T23" fmla="*/ 2387 h 4614"/>
                <a:gd name="T24" fmla="*/ 2307 w 4612"/>
                <a:gd name="T25" fmla="*/ 4614 h 4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612" h="4614">
                  <a:moveTo>
                    <a:pt x="2307" y="4614"/>
                  </a:moveTo>
                  <a:cubicBezTo>
                    <a:pt x="1035" y="4614"/>
                    <a:pt x="0" y="3579"/>
                    <a:pt x="0" y="2307"/>
                  </a:cubicBezTo>
                  <a:cubicBezTo>
                    <a:pt x="0" y="1035"/>
                    <a:pt x="1035" y="0"/>
                    <a:pt x="2307" y="0"/>
                  </a:cubicBezTo>
                  <a:cubicBezTo>
                    <a:pt x="3553" y="0"/>
                    <a:pt x="4570" y="992"/>
                    <a:pt x="4612" y="2227"/>
                  </a:cubicBezTo>
                  <a:lnTo>
                    <a:pt x="2031" y="2222"/>
                  </a:lnTo>
                  <a:lnTo>
                    <a:pt x="2479" y="1775"/>
                  </a:lnTo>
                  <a:lnTo>
                    <a:pt x="2367" y="1662"/>
                  </a:lnTo>
                  <a:lnTo>
                    <a:pt x="1727" y="2302"/>
                  </a:lnTo>
                  <a:lnTo>
                    <a:pt x="2378" y="2952"/>
                  </a:lnTo>
                  <a:lnTo>
                    <a:pt x="2490" y="2840"/>
                  </a:lnTo>
                  <a:lnTo>
                    <a:pt x="2032" y="2381"/>
                  </a:lnTo>
                  <a:lnTo>
                    <a:pt x="4612" y="2387"/>
                  </a:lnTo>
                  <a:cubicBezTo>
                    <a:pt x="4570" y="3622"/>
                    <a:pt x="3553" y="4614"/>
                    <a:pt x="2307" y="461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endParaRPr>
            </a:p>
          </p:txBody>
        </p:sp>
      </p:grpSp>
      <p:sp>
        <p:nvSpPr>
          <p:cNvPr id="9" name="标题 1"/>
          <p:cNvSpPr>
            <a:spLocks noGrp="1"/>
          </p:cNvSpPr>
          <p:nvPr/>
        </p:nvSpPr>
        <p:spPr>
          <a:xfrm>
            <a:off x="290830" y="384278"/>
            <a:ext cx="11506835" cy="48430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l">
              <a:lnSpc>
                <a:spcPct val="100000"/>
              </a:lnSpc>
              <a:defRPr lang="zh-CN" altLang="en-US" sz="2400" b="1" kern="1200" dirty="0">
                <a:solidFill>
                  <a:srgbClr val="0463C4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 sz="2800" dirty="0">
                <a:solidFill>
                  <a:schemeClr val="bg1"/>
                </a:solidFill>
              </a:rPr>
              <a:t>  </a:t>
            </a:r>
            <a:r>
              <a:rPr lang="en-US" altLang="zh-CN" sz="2800" dirty="0">
                <a:solidFill>
                  <a:schemeClr val="bg1">
                    <a:alpha val="80000"/>
                  </a:schemeClr>
                </a:solidFill>
              </a:rPr>
              <a:t>02</a:t>
            </a:r>
            <a:r>
              <a:rPr lang="en-US" altLang="zh-CN" sz="2800" dirty="0">
                <a:solidFill>
                  <a:srgbClr val="0091D9"/>
                </a:solidFill>
              </a:rPr>
              <a:t>         </a:t>
            </a:r>
            <a:r>
              <a:rPr lang="zh-CN" altLang="en-US" sz="2800" b="1" kern="1200" dirty="0">
                <a:solidFill>
                  <a:srgbClr val="0091D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rPr>
              <a:t>光和电磁波谱</a:t>
            </a:r>
            <a:endParaRPr lang="zh-CN" altLang="en-US" sz="2800" b="1" kern="1200" dirty="0">
              <a:solidFill>
                <a:srgbClr val="0091D9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" name="内容占位符 13">
            <a:extLst>
              <a:ext uri="{FF2B5EF4-FFF2-40B4-BE49-F238E27FC236}">
                <a16:creationId xmlns:a16="http://schemas.microsoft.com/office/drawing/2014/main" id="{62AED257-6608-F684-FDF7-453FCBCDB899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01093" y="2432500"/>
            <a:ext cx="10652971" cy="3540427"/>
          </a:xfrm>
          <a:prstGeom prst="rect">
            <a:avLst/>
          </a:prstGeom>
        </p:spPr>
        <p:txBody>
          <a:bodyPr/>
          <a:lstStyle>
            <a:lvl1pPr eaLnBrk="1" fontAlgn="auto" latinLnBrk="0" hangingPunct="1">
              <a:lnSpc>
                <a:spcPct val="150000"/>
              </a:lnSpc>
              <a:defRPr sz="2000"/>
            </a:lvl1pPr>
            <a:lvl2pPr eaLnBrk="1" fontAlgn="auto" latinLnBrk="0" hangingPunct="1">
              <a:lnSpc>
                <a:spcPct val="150000"/>
              </a:lnSpc>
              <a:defRPr sz="2000"/>
            </a:lvl2pPr>
            <a:lvl3pPr eaLnBrk="1" fontAlgn="auto" latinLnBrk="0" hangingPunct="1">
              <a:lnSpc>
                <a:spcPct val="150000"/>
              </a:lnSpc>
              <a:defRPr sz="2000"/>
            </a:lvl3pPr>
            <a:lvl4pPr eaLnBrk="1" fontAlgn="auto" latinLnBrk="0" hangingPunct="1">
              <a:lnSpc>
                <a:spcPct val="150000"/>
              </a:lnSpc>
              <a:defRPr sz="2000"/>
            </a:lvl4pPr>
            <a:lvl5pPr eaLnBrk="1" fontAlgn="auto" latinLnBrk="0" hangingPunct="1">
              <a:lnSpc>
                <a:spcPct val="150000"/>
              </a:lnSpc>
              <a:defRPr sz="20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36127715"/>
      </p:ext>
    </p:extLst>
  </p:cSld>
  <p:clrMapOvr>
    <a:masterClrMapping/>
  </p:clrMapOvr>
  <p:transition spd="slow" advTm="0"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159657"/>
            <a:ext cx="12192000" cy="798286"/>
          </a:xfrm>
          <a:prstGeom prst="rect">
            <a:avLst/>
          </a:prstGeom>
          <a:solidFill>
            <a:srgbClr val="D6E8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任意多边形: 形状 3"/>
          <p:cNvSpPr/>
          <p:nvPr/>
        </p:nvSpPr>
        <p:spPr>
          <a:xfrm rot="5400000" flipH="1">
            <a:off x="130629" y="-188683"/>
            <a:ext cx="1219197" cy="1480455"/>
          </a:xfrm>
          <a:custGeom>
            <a:avLst/>
            <a:gdLst>
              <a:gd name="connsiteX0" fmla="*/ 6096001 w 6395847"/>
              <a:gd name="connsiteY0" fmla="*/ 7221665 h 7221666"/>
              <a:gd name="connsiteX1" fmla="*/ 6096001 w 6395847"/>
              <a:gd name="connsiteY1" fmla="*/ 7221666 h 7221666"/>
              <a:gd name="connsiteX2" fmla="*/ 3314700 w 6395847"/>
              <a:gd name="connsiteY2" fmla="*/ 7221666 h 7221666"/>
              <a:gd name="connsiteX3" fmla="*/ 2781301 w 6395847"/>
              <a:gd name="connsiteY3" fmla="*/ 7221666 h 7221666"/>
              <a:gd name="connsiteX4" fmla="*/ 0 w 6395847"/>
              <a:gd name="connsiteY4" fmla="*/ 7221666 h 7221666"/>
              <a:gd name="connsiteX5" fmla="*/ 0 w 6395847"/>
              <a:gd name="connsiteY5" fmla="*/ 3447952 h 7221666"/>
              <a:gd name="connsiteX6" fmla="*/ 1 w 6395847"/>
              <a:gd name="connsiteY6" fmla="*/ 3447952 h 7221666"/>
              <a:gd name="connsiteX7" fmla="*/ 1 w 6395847"/>
              <a:gd name="connsiteY7" fmla="*/ 3019060 h 7221666"/>
              <a:gd name="connsiteX8" fmla="*/ 279301 w 6395847"/>
              <a:gd name="connsiteY8" fmla="*/ 2344769 h 7221666"/>
              <a:gd name="connsiteX9" fmla="*/ 405446 w 6395847"/>
              <a:gd name="connsiteY9" fmla="*/ 2240690 h 7221666"/>
              <a:gd name="connsiteX10" fmla="*/ 404464 w 6395847"/>
              <a:gd name="connsiteY10" fmla="*/ 2239038 h 7221666"/>
              <a:gd name="connsiteX11" fmla="*/ 415115 w 6395847"/>
              <a:gd name="connsiteY11" fmla="*/ 2232712 h 7221666"/>
              <a:gd name="connsiteX12" fmla="*/ 420431 w 6395847"/>
              <a:gd name="connsiteY12" fmla="*/ 2228326 h 7221666"/>
              <a:gd name="connsiteX13" fmla="*/ 444464 w 6395847"/>
              <a:gd name="connsiteY13" fmla="*/ 2215281 h 7221666"/>
              <a:gd name="connsiteX14" fmla="*/ 3989796 w 6395847"/>
              <a:gd name="connsiteY14" fmla="*/ 109665 h 7221666"/>
              <a:gd name="connsiteX15" fmla="*/ 3993587 w 6395847"/>
              <a:gd name="connsiteY15" fmla="*/ 116048 h 7221666"/>
              <a:gd name="connsiteX16" fmla="*/ 4025229 w 6395847"/>
              <a:gd name="connsiteY16" fmla="*/ 96652 h 7221666"/>
              <a:gd name="connsiteX17" fmla="*/ 4920239 w 6395847"/>
              <a:gd name="connsiteY17" fmla="*/ 127915 h 7221666"/>
              <a:gd name="connsiteX18" fmla="*/ 5919213 w 6395847"/>
              <a:gd name="connsiteY18" fmla="*/ 704673 h 7221666"/>
              <a:gd name="connsiteX19" fmla="*/ 6030081 w 6395847"/>
              <a:gd name="connsiteY19" fmla="*/ 779366 h 7221666"/>
              <a:gd name="connsiteX20" fmla="*/ 6096000 w 6395847"/>
              <a:gd name="connsiteY20" fmla="*/ 838524 h 7221666"/>
              <a:gd name="connsiteX21" fmla="*/ 6096000 w 6395847"/>
              <a:gd name="connsiteY21" fmla="*/ 7221665 h 7221666"/>
              <a:gd name="connsiteX22" fmla="*/ 6221624 w 6395847"/>
              <a:gd name="connsiteY22" fmla="*/ 982469 h 7221666"/>
              <a:gd name="connsiteX23" fmla="*/ 6201936 w 6395847"/>
              <a:gd name="connsiteY23" fmla="*/ 954781 h 7221666"/>
              <a:gd name="connsiteX24" fmla="*/ 6210136 w 6395847"/>
              <a:gd name="connsiteY24" fmla="*/ 964466 h 7221666"/>
              <a:gd name="connsiteX25" fmla="*/ 6283768 w 6395847"/>
              <a:gd name="connsiteY25" fmla="*/ 1082992 h 7221666"/>
              <a:gd name="connsiteX26" fmla="*/ 6267120 w 6395847"/>
              <a:gd name="connsiteY26" fmla="*/ 1053774 h 7221666"/>
              <a:gd name="connsiteX27" fmla="*/ 6278411 w 6395847"/>
              <a:gd name="connsiteY27" fmla="*/ 1071469 h 7221666"/>
              <a:gd name="connsiteX28" fmla="*/ 6372765 w 6395847"/>
              <a:gd name="connsiteY28" fmla="*/ 1326510 h 7221666"/>
              <a:gd name="connsiteX29" fmla="*/ 6365409 w 6395847"/>
              <a:gd name="connsiteY29" fmla="*/ 1293851 h 7221666"/>
              <a:gd name="connsiteX30" fmla="*/ 6369173 w 6395847"/>
              <a:gd name="connsiteY30" fmla="*/ 1305870 h 7221666"/>
              <a:gd name="connsiteX31" fmla="*/ 6391257 w 6395847"/>
              <a:gd name="connsiteY31" fmla="*/ 1442433 h 7221666"/>
              <a:gd name="connsiteX32" fmla="*/ 6387139 w 6395847"/>
              <a:gd name="connsiteY32" fmla="*/ 1409114 h 7221666"/>
              <a:gd name="connsiteX33" fmla="*/ 6390749 w 6395847"/>
              <a:gd name="connsiteY33" fmla="*/ 1429863 h 7221666"/>
              <a:gd name="connsiteX34" fmla="*/ 6395847 w 6395847"/>
              <a:gd name="connsiteY34" fmla="*/ 1556116 h 7221666"/>
              <a:gd name="connsiteX35" fmla="*/ 6268252 w 6395847"/>
              <a:gd name="connsiteY35" fmla="*/ 2007304 h 7221666"/>
              <a:gd name="connsiteX36" fmla="*/ 6096001 w 6395847"/>
              <a:gd name="connsiteY36" fmla="*/ 2305652 h 7221666"/>
              <a:gd name="connsiteX37" fmla="*/ 6096001 w 6395847"/>
              <a:gd name="connsiteY37" fmla="*/ 2305651 h 7221666"/>
              <a:gd name="connsiteX38" fmla="*/ 6268252 w 6395847"/>
              <a:gd name="connsiteY38" fmla="*/ 2007303 h 7221666"/>
              <a:gd name="connsiteX39" fmla="*/ 6385798 w 6395847"/>
              <a:gd name="connsiteY39" fmla="*/ 1671419 h 7221666"/>
              <a:gd name="connsiteX40" fmla="*/ 6395847 w 6395847"/>
              <a:gd name="connsiteY40" fmla="*/ 1556116 h 722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6395847" h="7221666">
                <a:moveTo>
                  <a:pt x="6096001" y="7221665"/>
                </a:moveTo>
                <a:lnTo>
                  <a:pt x="6096001" y="7221666"/>
                </a:lnTo>
                <a:lnTo>
                  <a:pt x="3314700" y="7221666"/>
                </a:lnTo>
                <a:lnTo>
                  <a:pt x="2781301" y="7221666"/>
                </a:lnTo>
                <a:lnTo>
                  <a:pt x="0" y="7221666"/>
                </a:lnTo>
                <a:lnTo>
                  <a:pt x="0" y="3447952"/>
                </a:lnTo>
                <a:lnTo>
                  <a:pt x="1" y="3447952"/>
                </a:lnTo>
                <a:lnTo>
                  <a:pt x="1" y="3019060"/>
                </a:lnTo>
                <a:cubicBezTo>
                  <a:pt x="1" y="2755733"/>
                  <a:pt x="106735" y="2517335"/>
                  <a:pt x="279301" y="2344769"/>
                </a:cubicBezTo>
                <a:lnTo>
                  <a:pt x="405446" y="2240690"/>
                </a:lnTo>
                <a:lnTo>
                  <a:pt x="404464" y="2239038"/>
                </a:lnTo>
                <a:lnTo>
                  <a:pt x="415115" y="2232712"/>
                </a:lnTo>
                <a:lnTo>
                  <a:pt x="420431" y="2228326"/>
                </a:lnTo>
                <a:lnTo>
                  <a:pt x="444464" y="2215281"/>
                </a:lnTo>
                <a:lnTo>
                  <a:pt x="3989796" y="109665"/>
                </a:lnTo>
                <a:lnTo>
                  <a:pt x="3993587" y="116048"/>
                </a:lnTo>
                <a:lnTo>
                  <a:pt x="4025229" y="96652"/>
                </a:lnTo>
                <a:cubicBezTo>
                  <a:pt x="4300466" y="-37338"/>
                  <a:pt x="4635179" y="-36664"/>
                  <a:pt x="4920239" y="127915"/>
                </a:cubicBezTo>
                <a:lnTo>
                  <a:pt x="5919213" y="704673"/>
                </a:lnTo>
                <a:cubicBezTo>
                  <a:pt x="5958409" y="727303"/>
                  <a:pt x="5995390" y="752295"/>
                  <a:pt x="6030081" y="779366"/>
                </a:cubicBezTo>
                <a:lnTo>
                  <a:pt x="6096000" y="838524"/>
                </a:lnTo>
                <a:lnTo>
                  <a:pt x="6096000" y="7221665"/>
                </a:lnTo>
                <a:close/>
                <a:moveTo>
                  <a:pt x="6221624" y="982469"/>
                </a:moveTo>
                <a:lnTo>
                  <a:pt x="6201936" y="954781"/>
                </a:lnTo>
                <a:lnTo>
                  <a:pt x="6210136" y="964466"/>
                </a:lnTo>
                <a:close/>
                <a:moveTo>
                  <a:pt x="6283768" y="1082992"/>
                </a:moveTo>
                <a:lnTo>
                  <a:pt x="6267120" y="1053774"/>
                </a:lnTo>
                <a:lnTo>
                  <a:pt x="6278411" y="1071469"/>
                </a:lnTo>
                <a:close/>
                <a:moveTo>
                  <a:pt x="6372765" y="1326510"/>
                </a:moveTo>
                <a:lnTo>
                  <a:pt x="6365409" y="1293851"/>
                </a:lnTo>
                <a:lnTo>
                  <a:pt x="6369173" y="1305870"/>
                </a:lnTo>
                <a:close/>
                <a:moveTo>
                  <a:pt x="6391257" y="1442433"/>
                </a:moveTo>
                <a:lnTo>
                  <a:pt x="6387139" y="1409114"/>
                </a:lnTo>
                <a:lnTo>
                  <a:pt x="6390749" y="1429863"/>
                </a:lnTo>
                <a:close/>
                <a:moveTo>
                  <a:pt x="6395847" y="1556116"/>
                </a:moveTo>
                <a:cubicBezTo>
                  <a:pt x="6391855" y="1709831"/>
                  <a:pt x="6350542" y="1864774"/>
                  <a:pt x="6268252" y="2007304"/>
                </a:cubicBezTo>
                <a:lnTo>
                  <a:pt x="6096001" y="2305652"/>
                </a:lnTo>
                <a:lnTo>
                  <a:pt x="6096001" y="2305651"/>
                </a:lnTo>
                <a:lnTo>
                  <a:pt x="6268252" y="2007303"/>
                </a:lnTo>
                <a:cubicBezTo>
                  <a:pt x="6329969" y="1900406"/>
                  <a:pt x="6368637" y="1786526"/>
                  <a:pt x="6385798" y="1671419"/>
                </a:cubicBezTo>
                <a:lnTo>
                  <a:pt x="6395847" y="1556116"/>
                </a:lnTo>
                <a:close/>
              </a:path>
            </a:pathLst>
          </a:custGeom>
          <a:gradFill>
            <a:gsLst>
              <a:gs pos="0">
                <a:srgbClr val="0165C5"/>
              </a:gs>
              <a:gs pos="100000">
                <a:srgbClr val="0165C5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阿里巴巴普惠体" panose="00020600040101010101" pitchFamily="18" charset="-122"/>
              <a:ea typeface="微软雅黑" panose="020B0503020204020204" pitchFamily="34" charset="-122"/>
              <a:sym typeface="Segoe UI" panose="020B0502040204020203" pitchFamily="3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1915" y="375709"/>
            <a:ext cx="2251713" cy="383211"/>
          </a:xfrm>
          <a:prstGeom prst="rect">
            <a:avLst/>
          </a:prstGeom>
        </p:spPr>
      </p:pic>
      <p:grpSp>
        <p:nvGrpSpPr>
          <p:cNvPr id="7" name="组合 6"/>
          <p:cNvGrpSpPr/>
          <p:nvPr/>
        </p:nvGrpSpPr>
        <p:grpSpPr>
          <a:xfrm>
            <a:off x="801093" y="1443871"/>
            <a:ext cx="714694" cy="714694"/>
            <a:chOff x="8289913" y="2508666"/>
            <a:chExt cx="714694" cy="714694"/>
          </a:xfrm>
        </p:grpSpPr>
        <p:sp>
          <p:nvSpPr>
            <p:cNvPr id="8" name="椭圆 7"/>
            <p:cNvSpPr/>
            <p:nvPr/>
          </p:nvSpPr>
          <p:spPr>
            <a:xfrm>
              <a:off x="8289913" y="2508666"/>
              <a:ext cx="714694" cy="714694"/>
            </a:xfrm>
            <a:prstGeom prst="ellipse">
              <a:avLst/>
            </a:prstGeom>
            <a:solidFill>
              <a:srgbClr val="0463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5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endParaRPr>
            </a:p>
          </p:txBody>
        </p:sp>
        <p:sp>
          <p:nvSpPr>
            <p:cNvPr id="10" name="arrow-pointing-left-circular-button_20407"/>
            <p:cNvSpPr>
              <a:spLocks noChangeAspect="1"/>
            </p:cNvSpPr>
            <p:nvPr/>
          </p:nvSpPr>
          <p:spPr bwMode="auto">
            <a:xfrm>
              <a:off x="8444698" y="2663709"/>
              <a:ext cx="405123" cy="404607"/>
            </a:xfrm>
            <a:custGeom>
              <a:avLst/>
              <a:gdLst>
                <a:gd name="T0" fmla="*/ 2307 w 4612"/>
                <a:gd name="T1" fmla="*/ 4614 h 4614"/>
                <a:gd name="T2" fmla="*/ 0 w 4612"/>
                <a:gd name="T3" fmla="*/ 2307 h 4614"/>
                <a:gd name="T4" fmla="*/ 2307 w 4612"/>
                <a:gd name="T5" fmla="*/ 0 h 4614"/>
                <a:gd name="T6" fmla="*/ 4612 w 4612"/>
                <a:gd name="T7" fmla="*/ 2227 h 4614"/>
                <a:gd name="T8" fmla="*/ 2031 w 4612"/>
                <a:gd name="T9" fmla="*/ 2222 h 4614"/>
                <a:gd name="T10" fmla="*/ 2479 w 4612"/>
                <a:gd name="T11" fmla="*/ 1775 h 4614"/>
                <a:gd name="T12" fmla="*/ 2367 w 4612"/>
                <a:gd name="T13" fmla="*/ 1662 h 4614"/>
                <a:gd name="T14" fmla="*/ 1727 w 4612"/>
                <a:gd name="T15" fmla="*/ 2302 h 4614"/>
                <a:gd name="T16" fmla="*/ 2378 w 4612"/>
                <a:gd name="T17" fmla="*/ 2952 h 4614"/>
                <a:gd name="T18" fmla="*/ 2490 w 4612"/>
                <a:gd name="T19" fmla="*/ 2840 h 4614"/>
                <a:gd name="T20" fmla="*/ 2032 w 4612"/>
                <a:gd name="T21" fmla="*/ 2381 h 4614"/>
                <a:gd name="T22" fmla="*/ 4612 w 4612"/>
                <a:gd name="T23" fmla="*/ 2387 h 4614"/>
                <a:gd name="T24" fmla="*/ 2307 w 4612"/>
                <a:gd name="T25" fmla="*/ 4614 h 4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612" h="4614">
                  <a:moveTo>
                    <a:pt x="2307" y="4614"/>
                  </a:moveTo>
                  <a:cubicBezTo>
                    <a:pt x="1035" y="4614"/>
                    <a:pt x="0" y="3579"/>
                    <a:pt x="0" y="2307"/>
                  </a:cubicBezTo>
                  <a:cubicBezTo>
                    <a:pt x="0" y="1035"/>
                    <a:pt x="1035" y="0"/>
                    <a:pt x="2307" y="0"/>
                  </a:cubicBezTo>
                  <a:cubicBezTo>
                    <a:pt x="3553" y="0"/>
                    <a:pt x="4570" y="992"/>
                    <a:pt x="4612" y="2227"/>
                  </a:cubicBezTo>
                  <a:lnTo>
                    <a:pt x="2031" y="2222"/>
                  </a:lnTo>
                  <a:lnTo>
                    <a:pt x="2479" y="1775"/>
                  </a:lnTo>
                  <a:lnTo>
                    <a:pt x="2367" y="1662"/>
                  </a:lnTo>
                  <a:lnTo>
                    <a:pt x="1727" y="2302"/>
                  </a:lnTo>
                  <a:lnTo>
                    <a:pt x="2378" y="2952"/>
                  </a:lnTo>
                  <a:lnTo>
                    <a:pt x="2490" y="2840"/>
                  </a:lnTo>
                  <a:lnTo>
                    <a:pt x="2032" y="2381"/>
                  </a:lnTo>
                  <a:lnTo>
                    <a:pt x="4612" y="2387"/>
                  </a:lnTo>
                  <a:cubicBezTo>
                    <a:pt x="4570" y="3622"/>
                    <a:pt x="3553" y="4614"/>
                    <a:pt x="2307" y="461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endParaRPr>
            </a:p>
          </p:txBody>
        </p:sp>
      </p:grpSp>
      <p:sp>
        <p:nvSpPr>
          <p:cNvPr id="11" name="矩形 3"/>
          <p:cNvSpPr/>
          <p:nvPr/>
        </p:nvSpPr>
        <p:spPr>
          <a:xfrm>
            <a:off x="747487" y="2313608"/>
            <a:ext cx="10697028" cy="407729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endParaRPr lang="ru-RU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阿里巴巴普惠体" panose="00020600040101010101" pitchFamily="18" charset="-122"/>
            </a:endParaRPr>
          </a:p>
        </p:txBody>
      </p:sp>
      <p:sp>
        <p:nvSpPr>
          <p:cNvPr id="15" name="标题 1"/>
          <p:cNvSpPr>
            <a:spLocks noGrp="1"/>
          </p:cNvSpPr>
          <p:nvPr>
            <p:ph type="title" hasCustomPrompt="1"/>
          </p:nvPr>
        </p:nvSpPr>
        <p:spPr>
          <a:xfrm>
            <a:off x="1670572" y="1555775"/>
            <a:ext cx="101273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>
              <a:lnSpc>
                <a:spcPct val="100000"/>
              </a:lnSpc>
              <a:defRPr lang="zh-CN" altLang="en-US" sz="2400" b="1" kern="1200" dirty="0">
                <a:solidFill>
                  <a:srgbClr val="0463C4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/>
            <a:r>
              <a:rPr lang="zh-CN" altLang="en-US" dirty="0"/>
              <a:t>单击此处编辑母版标题样式 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057B88A-48E7-5510-D21C-302607EC0201}"/>
              </a:ext>
            </a:extLst>
          </p:cNvPr>
          <p:cNvSpPr>
            <a:spLocks noGrp="1"/>
          </p:cNvSpPr>
          <p:nvPr/>
        </p:nvSpPr>
        <p:spPr>
          <a:xfrm>
            <a:off x="290830" y="384278"/>
            <a:ext cx="11506835" cy="48430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l">
              <a:lnSpc>
                <a:spcPct val="100000"/>
              </a:lnSpc>
              <a:defRPr lang="zh-CN" altLang="en-US" sz="2400" b="1" kern="1200" dirty="0">
                <a:solidFill>
                  <a:srgbClr val="0463C4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sz="2800" dirty="0">
                <a:solidFill>
                  <a:schemeClr val="bg1"/>
                </a:solidFill>
              </a:rPr>
              <a:t>  </a:t>
            </a:r>
            <a:r>
              <a:rPr lang="en-US" altLang="zh-CN" sz="2800" dirty="0">
                <a:solidFill>
                  <a:schemeClr val="bg1">
                    <a:alpha val="80000"/>
                  </a:schemeClr>
                </a:solidFill>
              </a:rPr>
              <a:t>02</a:t>
            </a:r>
            <a:r>
              <a:rPr lang="en-US" altLang="zh-CN" sz="2800" dirty="0">
                <a:solidFill>
                  <a:srgbClr val="0091D9"/>
                </a:solidFill>
              </a:rPr>
              <a:t>         </a:t>
            </a:r>
            <a:r>
              <a:rPr lang="zh-CN" altLang="en-US" sz="2800" b="1" kern="1200" dirty="0">
                <a:solidFill>
                  <a:srgbClr val="0091D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rPr>
              <a:t>光和电磁波谱</a:t>
            </a:r>
            <a:endParaRPr lang="zh-CN" altLang="en-US" sz="2800" dirty="0">
              <a:solidFill>
                <a:srgbClr val="0091D9"/>
              </a:solidFill>
            </a:endParaRPr>
          </a:p>
        </p:txBody>
      </p:sp>
      <p:sp>
        <p:nvSpPr>
          <p:cNvPr id="9" name="内容占位符 22">
            <a:extLst>
              <a:ext uri="{FF2B5EF4-FFF2-40B4-BE49-F238E27FC236}">
                <a16:creationId xmlns:a16="http://schemas.microsoft.com/office/drawing/2014/main" id="{4A93AFA8-1552-A5E1-62B6-A0D6CA73065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024731" y="2516808"/>
            <a:ext cx="10142537" cy="323051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/>
            </a:lvl1pPr>
            <a:lvl2pPr>
              <a:defRPr sz="2000"/>
            </a:lvl2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24391805"/>
      </p:ext>
    </p:extLst>
  </p:cSld>
  <p:clrMapOvr>
    <a:masterClrMapping/>
  </p:clrMapOvr>
  <p:transition spd="slow" advTm="0"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159657"/>
            <a:ext cx="12192000" cy="798286"/>
          </a:xfrm>
          <a:prstGeom prst="rect">
            <a:avLst/>
          </a:prstGeom>
          <a:solidFill>
            <a:srgbClr val="D6E8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任意多边形: 形状 3"/>
          <p:cNvSpPr/>
          <p:nvPr/>
        </p:nvSpPr>
        <p:spPr>
          <a:xfrm rot="5400000" flipH="1">
            <a:off x="130629" y="-188683"/>
            <a:ext cx="1219197" cy="1480455"/>
          </a:xfrm>
          <a:custGeom>
            <a:avLst/>
            <a:gdLst>
              <a:gd name="connsiteX0" fmla="*/ 6096001 w 6395847"/>
              <a:gd name="connsiteY0" fmla="*/ 7221665 h 7221666"/>
              <a:gd name="connsiteX1" fmla="*/ 6096001 w 6395847"/>
              <a:gd name="connsiteY1" fmla="*/ 7221666 h 7221666"/>
              <a:gd name="connsiteX2" fmla="*/ 3314700 w 6395847"/>
              <a:gd name="connsiteY2" fmla="*/ 7221666 h 7221666"/>
              <a:gd name="connsiteX3" fmla="*/ 2781301 w 6395847"/>
              <a:gd name="connsiteY3" fmla="*/ 7221666 h 7221666"/>
              <a:gd name="connsiteX4" fmla="*/ 0 w 6395847"/>
              <a:gd name="connsiteY4" fmla="*/ 7221666 h 7221666"/>
              <a:gd name="connsiteX5" fmla="*/ 0 w 6395847"/>
              <a:gd name="connsiteY5" fmla="*/ 3447952 h 7221666"/>
              <a:gd name="connsiteX6" fmla="*/ 1 w 6395847"/>
              <a:gd name="connsiteY6" fmla="*/ 3447952 h 7221666"/>
              <a:gd name="connsiteX7" fmla="*/ 1 w 6395847"/>
              <a:gd name="connsiteY7" fmla="*/ 3019060 h 7221666"/>
              <a:gd name="connsiteX8" fmla="*/ 279301 w 6395847"/>
              <a:gd name="connsiteY8" fmla="*/ 2344769 h 7221666"/>
              <a:gd name="connsiteX9" fmla="*/ 405446 w 6395847"/>
              <a:gd name="connsiteY9" fmla="*/ 2240690 h 7221666"/>
              <a:gd name="connsiteX10" fmla="*/ 404464 w 6395847"/>
              <a:gd name="connsiteY10" fmla="*/ 2239038 h 7221666"/>
              <a:gd name="connsiteX11" fmla="*/ 415115 w 6395847"/>
              <a:gd name="connsiteY11" fmla="*/ 2232712 h 7221666"/>
              <a:gd name="connsiteX12" fmla="*/ 420431 w 6395847"/>
              <a:gd name="connsiteY12" fmla="*/ 2228326 h 7221666"/>
              <a:gd name="connsiteX13" fmla="*/ 444464 w 6395847"/>
              <a:gd name="connsiteY13" fmla="*/ 2215281 h 7221666"/>
              <a:gd name="connsiteX14" fmla="*/ 3989796 w 6395847"/>
              <a:gd name="connsiteY14" fmla="*/ 109665 h 7221666"/>
              <a:gd name="connsiteX15" fmla="*/ 3993587 w 6395847"/>
              <a:gd name="connsiteY15" fmla="*/ 116048 h 7221666"/>
              <a:gd name="connsiteX16" fmla="*/ 4025229 w 6395847"/>
              <a:gd name="connsiteY16" fmla="*/ 96652 h 7221666"/>
              <a:gd name="connsiteX17" fmla="*/ 4920239 w 6395847"/>
              <a:gd name="connsiteY17" fmla="*/ 127915 h 7221666"/>
              <a:gd name="connsiteX18" fmla="*/ 5919213 w 6395847"/>
              <a:gd name="connsiteY18" fmla="*/ 704673 h 7221666"/>
              <a:gd name="connsiteX19" fmla="*/ 6030081 w 6395847"/>
              <a:gd name="connsiteY19" fmla="*/ 779366 h 7221666"/>
              <a:gd name="connsiteX20" fmla="*/ 6096000 w 6395847"/>
              <a:gd name="connsiteY20" fmla="*/ 838524 h 7221666"/>
              <a:gd name="connsiteX21" fmla="*/ 6096000 w 6395847"/>
              <a:gd name="connsiteY21" fmla="*/ 7221665 h 7221666"/>
              <a:gd name="connsiteX22" fmla="*/ 6221624 w 6395847"/>
              <a:gd name="connsiteY22" fmla="*/ 982469 h 7221666"/>
              <a:gd name="connsiteX23" fmla="*/ 6201936 w 6395847"/>
              <a:gd name="connsiteY23" fmla="*/ 954781 h 7221666"/>
              <a:gd name="connsiteX24" fmla="*/ 6210136 w 6395847"/>
              <a:gd name="connsiteY24" fmla="*/ 964466 h 7221666"/>
              <a:gd name="connsiteX25" fmla="*/ 6283768 w 6395847"/>
              <a:gd name="connsiteY25" fmla="*/ 1082992 h 7221666"/>
              <a:gd name="connsiteX26" fmla="*/ 6267120 w 6395847"/>
              <a:gd name="connsiteY26" fmla="*/ 1053774 h 7221666"/>
              <a:gd name="connsiteX27" fmla="*/ 6278411 w 6395847"/>
              <a:gd name="connsiteY27" fmla="*/ 1071469 h 7221666"/>
              <a:gd name="connsiteX28" fmla="*/ 6372765 w 6395847"/>
              <a:gd name="connsiteY28" fmla="*/ 1326510 h 7221666"/>
              <a:gd name="connsiteX29" fmla="*/ 6365409 w 6395847"/>
              <a:gd name="connsiteY29" fmla="*/ 1293851 h 7221666"/>
              <a:gd name="connsiteX30" fmla="*/ 6369173 w 6395847"/>
              <a:gd name="connsiteY30" fmla="*/ 1305870 h 7221666"/>
              <a:gd name="connsiteX31" fmla="*/ 6391257 w 6395847"/>
              <a:gd name="connsiteY31" fmla="*/ 1442433 h 7221666"/>
              <a:gd name="connsiteX32" fmla="*/ 6387139 w 6395847"/>
              <a:gd name="connsiteY32" fmla="*/ 1409114 h 7221666"/>
              <a:gd name="connsiteX33" fmla="*/ 6390749 w 6395847"/>
              <a:gd name="connsiteY33" fmla="*/ 1429863 h 7221666"/>
              <a:gd name="connsiteX34" fmla="*/ 6395847 w 6395847"/>
              <a:gd name="connsiteY34" fmla="*/ 1556116 h 7221666"/>
              <a:gd name="connsiteX35" fmla="*/ 6268252 w 6395847"/>
              <a:gd name="connsiteY35" fmla="*/ 2007304 h 7221666"/>
              <a:gd name="connsiteX36" fmla="*/ 6096001 w 6395847"/>
              <a:gd name="connsiteY36" fmla="*/ 2305652 h 7221666"/>
              <a:gd name="connsiteX37" fmla="*/ 6096001 w 6395847"/>
              <a:gd name="connsiteY37" fmla="*/ 2305651 h 7221666"/>
              <a:gd name="connsiteX38" fmla="*/ 6268252 w 6395847"/>
              <a:gd name="connsiteY38" fmla="*/ 2007303 h 7221666"/>
              <a:gd name="connsiteX39" fmla="*/ 6385798 w 6395847"/>
              <a:gd name="connsiteY39" fmla="*/ 1671419 h 7221666"/>
              <a:gd name="connsiteX40" fmla="*/ 6395847 w 6395847"/>
              <a:gd name="connsiteY40" fmla="*/ 1556116 h 722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6395847" h="7221666">
                <a:moveTo>
                  <a:pt x="6096001" y="7221665"/>
                </a:moveTo>
                <a:lnTo>
                  <a:pt x="6096001" y="7221666"/>
                </a:lnTo>
                <a:lnTo>
                  <a:pt x="3314700" y="7221666"/>
                </a:lnTo>
                <a:lnTo>
                  <a:pt x="2781301" y="7221666"/>
                </a:lnTo>
                <a:lnTo>
                  <a:pt x="0" y="7221666"/>
                </a:lnTo>
                <a:lnTo>
                  <a:pt x="0" y="3447952"/>
                </a:lnTo>
                <a:lnTo>
                  <a:pt x="1" y="3447952"/>
                </a:lnTo>
                <a:lnTo>
                  <a:pt x="1" y="3019060"/>
                </a:lnTo>
                <a:cubicBezTo>
                  <a:pt x="1" y="2755733"/>
                  <a:pt x="106735" y="2517335"/>
                  <a:pt x="279301" y="2344769"/>
                </a:cubicBezTo>
                <a:lnTo>
                  <a:pt x="405446" y="2240690"/>
                </a:lnTo>
                <a:lnTo>
                  <a:pt x="404464" y="2239038"/>
                </a:lnTo>
                <a:lnTo>
                  <a:pt x="415115" y="2232712"/>
                </a:lnTo>
                <a:lnTo>
                  <a:pt x="420431" y="2228326"/>
                </a:lnTo>
                <a:lnTo>
                  <a:pt x="444464" y="2215281"/>
                </a:lnTo>
                <a:lnTo>
                  <a:pt x="3989796" y="109665"/>
                </a:lnTo>
                <a:lnTo>
                  <a:pt x="3993587" y="116048"/>
                </a:lnTo>
                <a:lnTo>
                  <a:pt x="4025229" y="96652"/>
                </a:lnTo>
                <a:cubicBezTo>
                  <a:pt x="4300466" y="-37338"/>
                  <a:pt x="4635179" y="-36664"/>
                  <a:pt x="4920239" y="127915"/>
                </a:cubicBezTo>
                <a:lnTo>
                  <a:pt x="5919213" y="704673"/>
                </a:lnTo>
                <a:cubicBezTo>
                  <a:pt x="5958409" y="727303"/>
                  <a:pt x="5995390" y="752295"/>
                  <a:pt x="6030081" y="779366"/>
                </a:cubicBezTo>
                <a:lnTo>
                  <a:pt x="6096000" y="838524"/>
                </a:lnTo>
                <a:lnTo>
                  <a:pt x="6096000" y="7221665"/>
                </a:lnTo>
                <a:close/>
                <a:moveTo>
                  <a:pt x="6221624" y="982469"/>
                </a:moveTo>
                <a:lnTo>
                  <a:pt x="6201936" y="954781"/>
                </a:lnTo>
                <a:lnTo>
                  <a:pt x="6210136" y="964466"/>
                </a:lnTo>
                <a:close/>
                <a:moveTo>
                  <a:pt x="6283768" y="1082992"/>
                </a:moveTo>
                <a:lnTo>
                  <a:pt x="6267120" y="1053774"/>
                </a:lnTo>
                <a:lnTo>
                  <a:pt x="6278411" y="1071469"/>
                </a:lnTo>
                <a:close/>
                <a:moveTo>
                  <a:pt x="6372765" y="1326510"/>
                </a:moveTo>
                <a:lnTo>
                  <a:pt x="6365409" y="1293851"/>
                </a:lnTo>
                <a:lnTo>
                  <a:pt x="6369173" y="1305870"/>
                </a:lnTo>
                <a:close/>
                <a:moveTo>
                  <a:pt x="6391257" y="1442433"/>
                </a:moveTo>
                <a:lnTo>
                  <a:pt x="6387139" y="1409114"/>
                </a:lnTo>
                <a:lnTo>
                  <a:pt x="6390749" y="1429863"/>
                </a:lnTo>
                <a:close/>
                <a:moveTo>
                  <a:pt x="6395847" y="1556116"/>
                </a:moveTo>
                <a:cubicBezTo>
                  <a:pt x="6391855" y="1709831"/>
                  <a:pt x="6350542" y="1864774"/>
                  <a:pt x="6268252" y="2007304"/>
                </a:cubicBezTo>
                <a:lnTo>
                  <a:pt x="6096001" y="2305652"/>
                </a:lnTo>
                <a:lnTo>
                  <a:pt x="6096001" y="2305651"/>
                </a:lnTo>
                <a:lnTo>
                  <a:pt x="6268252" y="2007303"/>
                </a:lnTo>
                <a:cubicBezTo>
                  <a:pt x="6329969" y="1900406"/>
                  <a:pt x="6368637" y="1786526"/>
                  <a:pt x="6385798" y="1671419"/>
                </a:cubicBezTo>
                <a:lnTo>
                  <a:pt x="6395847" y="1556116"/>
                </a:lnTo>
                <a:close/>
              </a:path>
            </a:pathLst>
          </a:custGeom>
          <a:gradFill>
            <a:gsLst>
              <a:gs pos="0">
                <a:srgbClr val="0165C5"/>
              </a:gs>
              <a:gs pos="100000">
                <a:srgbClr val="0165C5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阿里巴巴普惠体" panose="00020600040101010101" pitchFamily="18" charset="-122"/>
              <a:ea typeface="微软雅黑" panose="020B0503020204020204" pitchFamily="34" charset="-122"/>
              <a:sym typeface="Segoe UI" panose="020B0502040204020203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670572" y="1555775"/>
            <a:ext cx="101273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>
              <a:lnSpc>
                <a:spcPct val="100000"/>
              </a:lnSpc>
              <a:defRPr lang="zh-CN" altLang="en-US" sz="2400" b="1" kern="1200" dirty="0">
                <a:solidFill>
                  <a:srgbClr val="0463C4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/>
            <a:r>
              <a:rPr lang="zh-CN" altLang="en-US" dirty="0"/>
              <a:t>单击此处编辑母版标题样式 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1915" y="375709"/>
            <a:ext cx="2251713" cy="383211"/>
          </a:xfrm>
          <a:prstGeom prst="rect">
            <a:avLst/>
          </a:prstGeom>
        </p:spPr>
      </p:pic>
      <p:grpSp>
        <p:nvGrpSpPr>
          <p:cNvPr id="6" name="组合 5"/>
          <p:cNvGrpSpPr/>
          <p:nvPr/>
        </p:nvGrpSpPr>
        <p:grpSpPr>
          <a:xfrm>
            <a:off x="801093" y="1443871"/>
            <a:ext cx="714694" cy="714694"/>
            <a:chOff x="8289913" y="2508666"/>
            <a:chExt cx="714694" cy="714694"/>
          </a:xfrm>
        </p:grpSpPr>
        <p:sp>
          <p:nvSpPr>
            <p:cNvPr id="7" name="椭圆 6"/>
            <p:cNvSpPr/>
            <p:nvPr/>
          </p:nvSpPr>
          <p:spPr>
            <a:xfrm>
              <a:off x="8289913" y="2508666"/>
              <a:ext cx="714694" cy="714694"/>
            </a:xfrm>
            <a:prstGeom prst="ellipse">
              <a:avLst/>
            </a:prstGeom>
            <a:solidFill>
              <a:srgbClr val="0463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5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endParaRPr>
            </a:p>
          </p:txBody>
        </p:sp>
        <p:sp>
          <p:nvSpPr>
            <p:cNvPr id="8" name="arrow-pointing-left-circular-button_20407"/>
            <p:cNvSpPr>
              <a:spLocks noChangeAspect="1"/>
            </p:cNvSpPr>
            <p:nvPr/>
          </p:nvSpPr>
          <p:spPr bwMode="auto">
            <a:xfrm>
              <a:off x="8444698" y="2663709"/>
              <a:ext cx="405123" cy="404607"/>
            </a:xfrm>
            <a:custGeom>
              <a:avLst/>
              <a:gdLst>
                <a:gd name="T0" fmla="*/ 2307 w 4612"/>
                <a:gd name="T1" fmla="*/ 4614 h 4614"/>
                <a:gd name="T2" fmla="*/ 0 w 4612"/>
                <a:gd name="T3" fmla="*/ 2307 h 4614"/>
                <a:gd name="T4" fmla="*/ 2307 w 4612"/>
                <a:gd name="T5" fmla="*/ 0 h 4614"/>
                <a:gd name="T6" fmla="*/ 4612 w 4612"/>
                <a:gd name="T7" fmla="*/ 2227 h 4614"/>
                <a:gd name="T8" fmla="*/ 2031 w 4612"/>
                <a:gd name="T9" fmla="*/ 2222 h 4614"/>
                <a:gd name="T10" fmla="*/ 2479 w 4612"/>
                <a:gd name="T11" fmla="*/ 1775 h 4614"/>
                <a:gd name="T12" fmla="*/ 2367 w 4612"/>
                <a:gd name="T13" fmla="*/ 1662 h 4614"/>
                <a:gd name="T14" fmla="*/ 1727 w 4612"/>
                <a:gd name="T15" fmla="*/ 2302 h 4614"/>
                <a:gd name="T16" fmla="*/ 2378 w 4612"/>
                <a:gd name="T17" fmla="*/ 2952 h 4614"/>
                <a:gd name="T18" fmla="*/ 2490 w 4612"/>
                <a:gd name="T19" fmla="*/ 2840 h 4614"/>
                <a:gd name="T20" fmla="*/ 2032 w 4612"/>
                <a:gd name="T21" fmla="*/ 2381 h 4614"/>
                <a:gd name="T22" fmla="*/ 4612 w 4612"/>
                <a:gd name="T23" fmla="*/ 2387 h 4614"/>
                <a:gd name="T24" fmla="*/ 2307 w 4612"/>
                <a:gd name="T25" fmla="*/ 4614 h 4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612" h="4614">
                  <a:moveTo>
                    <a:pt x="2307" y="4614"/>
                  </a:moveTo>
                  <a:cubicBezTo>
                    <a:pt x="1035" y="4614"/>
                    <a:pt x="0" y="3579"/>
                    <a:pt x="0" y="2307"/>
                  </a:cubicBezTo>
                  <a:cubicBezTo>
                    <a:pt x="0" y="1035"/>
                    <a:pt x="1035" y="0"/>
                    <a:pt x="2307" y="0"/>
                  </a:cubicBezTo>
                  <a:cubicBezTo>
                    <a:pt x="3553" y="0"/>
                    <a:pt x="4570" y="992"/>
                    <a:pt x="4612" y="2227"/>
                  </a:cubicBezTo>
                  <a:lnTo>
                    <a:pt x="2031" y="2222"/>
                  </a:lnTo>
                  <a:lnTo>
                    <a:pt x="2479" y="1775"/>
                  </a:lnTo>
                  <a:lnTo>
                    <a:pt x="2367" y="1662"/>
                  </a:lnTo>
                  <a:lnTo>
                    <a:pt x="1727" y="2302"/>
                  </a:lnTo>
                  <a:lnTo>
                    <a:pt x="2378" y="2952"/>
                  </a:lnTo>
                  <a:lnTo>
                    <a:pt x="2490" y="2840"/>
                  </a:lnTo>
                  <a:lnTo>
                    <a:pt x="2032" y="2381"/>
                  </a:lnTo>
                  <a:lnTo>
                    <a:pt x="4612" y="2387"/>
                  </a:lnTo>
                  <a:cubicBezTo>
                    <a:pt x="4570" y="3622"/>
                    <a:pt x="3553" y="4614"/>
                    <a:pt x="2307" y="461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endParaRPr>
            </a:p>
          </p:txBody>
        </p:sp>
      </p:grpSp>
      <p:sp>
        <p:nvSpPr>
          <p:cNvPr id="9" name="标题 1"/>
          <p:cNvSpPr>
            <a:spLocks noGrp="1"/>
          </p:cNvSpPr>
          <p:nvPr/>
        </p:nvSpPr>
        <p:spPr>
          <a:xfrm>
            <a:off x="290830" y="384278"/>
            <a:ext cx="11506835" cy="48430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l">
              <a:lnSpc>
                <a:spcPct val="100000"/>
              </a:lnSpc>
              <a:defRPr lang="zh-CN" altLang="en-US" sz="2400" b="1" kern="1200" dirty="0">
                <a:solidFill>
                  <a:srgbClr val="0463C4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 sz="2800" dirty="0">
                <a:solidFill>
                  <a:schemeClr val="bg1"/>
                </a:solidFill>
              </a:rPr>
              <a:t>  </a:t>
            </a:r>
            <a:r>
              <a:rPr lang="en-US" altLang="zh-CN" sz="2800" dirty="0">
                <a:solidFill>
                  <a:schemeClr val="bg1">
                    <a:alpha val="80000"/>
                  </a:schemeClr>
                </a:solidFill>
              </a:rPr>
              <a:t>03</a:t>
            </a:r>
            <a:r>
              <a:rPr lang="en-US" altLang="zh-CN" sz="2800" dirty="0">
                <a:solidFill>
                  <a:srgbClr val="0091D9"/>
                </a:solidFill>
              </a:rPr>
              <a:t>         </a:t>
            </a:r>
            <a:r>
              <a:rPr lang="zh-CN" altLang="en-US" sz="2800" b="1" kern="1200" dirty="0">
                <a:solidFill>
                  <a:srgbClr val="0091D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rPr>
              <a:t>图像感知与获取</a:t>
            </a:r>
            <a:endParaRPr lang="zh-CN" altLang="en-US" sz="2800" b="1" kern="1200" dirty="0">
              <a:solidFill>
                <a:srgbClr val="0091D9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" name="内容占位符 13">
            <a:extLst>
              <a:ext uri="{FF2B5EF4-FFF2-40B4-BE49-F238E27FC236}">
                <a16:creationId xmlns:a16="http://schemas.microsoft.com/office/drawing/2014/main" id="{466479E4-8403-CE56-FD03-D3FF95C8F40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01093" y="2432500"/>
            <a:ext cx="10652971" cy="3540427"/>
          </a:xfrm>
          <a:prstGeom prst="rect">
            <a:avLst/>
          </a:prstGeom>
        </p:spPr>
        <p:txBody>
          <a:bodyPr/>
          <a:lstStyle>
            <a:lvl1pPr eaLnBrk="1" fontAlgn="auto" latinLnBrk="0" hangingPunct="1">
              <a:lnSpc>
                <a:spcPct val="150000"/>
              </a:lnSpc>
              <a:defRPr sz="2000"/>
            </a:lvl1pPr>
            <a:lvl2pPr eaLnBrk="1" fontAlgn="auto" latinLnBrk="0" hangingPunct="1">
              <a:lnSpc>
                <a:spcPct val="150000"/>
              </a:lnSpc>
              <a:defRPr sz="2000"/>
            </a:lvl2pPr>
            <a:lvl3pPr eaLnBrk="1" fontAlgn="auto" latinLnBrk="0" hangingPunct="1">
              <a:lnSpc>
                <a:spcPct val="150000"/>
              </a:lnSpc>
              <a:defRPr sz="2000"/>
            </a:lvl3pPr>
            <a:lvl4pPr eaLnBrk="1" fontAlgn="auto" latinLnBrk="0" hangingPunct="1">
              <a:lnSpc>
                <a:spcPct val="150000"/>
              </a:lnSpc>
              <a:defRPr sz="2000"/>
            </a:lvl4pPr>
            <a:lvl5pPr eaLnBrk="1" fontAlgn="auto" latinLnBrk="0" hangingPunct="1">
              <a:lnSpc>
                <a:spcPct val="150000"/>
              </a:lnSpc>
              <a:defRPr sz="20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14255364"/>
      </p:ext>
    </p:extLst>
  </p:cSld>
  <p:clrMapOvr>
    <a:masterClrMapping/>
  </p:clrMapOvr>
  <p:transition spd="slow" advTm="0"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159657"/>
            <a:ext cx="12192000" cy="798286"/>
          </a:xfrm>
          <a:prstGeom prst="rect">
            <a:avLst/>
          </a:prstGeom>
          <a:solidFill>
            <a:srgbClr val="D6E8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任意多边形: 形状 3"/>
          <p:cNvSpPr/>
          <p:nvPr/>
        </p:nvSpPr>
        <p:spPr>
          <a:xfrm rot="5400000" flipH="1">
            <a:off x="130629" y="-188683"/>
            <a:ext cx="1219197" cy="1480455"/>
          </a:xfrm>
          <a:custGeom>
            <a:avLst/>
            <a:gdLst>
              <a:gd name="connsiteX0" fmla="*/ 6096001 w 6395847"/>
              <a:gd name="connsiteY0" fmla="*/ 7221665 h 7221666"/>
              <a:gd name="connsiteX1" fmla="*/ 6096001 w 6395847"/>
              <a:gd name="connsiteY1" fmla="*/ 7221666 h 7221666"/>
              <a:gd name="connsiteX2" fmla="*/ 3314700 w 6395847"/>
              <a:gd name="connsiteY2" fmla="*/ 7221666 h 7221666"/>
              <a:gd name="connsiteX3" fmla="*/ 2781301 w 6395847"/>
              <a:gd name="connsiteY3" fmla="*/ 7221666 h 7221666"/>
              <a:gd name="connsiteX4" fmla="*/ 0 w 6395847"/>
              <a:gd name="connsiteY4" fmla="*/ 7221666 h 7221666"/>
              <a:gd name="connsiteX5" fmla="*/ 0 w 6395847"/>
              <a:gd name="connsiteY5" fmla="*/ 3447952 h 7221666"/>
              <a:gd name="connsiteX6" fmla="*/ 1 w 6395847"/>
              <a:gd name="connsiteY6" fmla="*/ 3447952 h 7221666"/>
              <a:gd name="connsiteX7" fmla="*/ 1 w 6395847"/>
              <a:gd name="connsiteY7" fmla="*/ 3019060 h 7221666"/>
              <a:gd name="connsiteX8" fmla="*/ 279301 w 6395847"/>
              <a:gd name="connsiteY8" fmla="*/ 2344769 h 7221666"/>
              <a:gd name="connsiteX9" fmla="*/ 405446 w 6395847"/>
              <a:gd name="connsiteY9" fmla="*/ 2240690 h 7221666"/>
              <a:gd name="connsiteX10" fmla="*/ 404464 w 6395847"/>
              <a:gd name="connsiteY10" fmla="*/ 2239038 h 7221666"/>
              <a:gd name="connsiteX11" fmla="*/ 415115 w 6395847"/>
              <a:gd name="connsiteY11" fmla="*/ 2232712 h 7221666"/>
              <a:gd name="connsiteX12" fmla="*/ 420431 w 6395847"/>
              <a:gd name="connsiteY12" fmla="*/ 2228326 h 7221666"/>
              <a:gd name="connsiteX13" fmla="*/ 444464 w 6395847"/>
              <a:gd name="connsiteY13" fmla="*/ 2215281 h 7221666"/>
              <a:gd name="connsiteX14" fmla="*/ 3989796 w 6395847"/>
              <a:gd name="connsiteY14" fmla="*/ 109665 h 7221666"/>
              <a:gd name="connsiteX15" fmla="*/ 3993587 w 6395847"/>
              <a:gd name="connsiteY15" fmla="*/ 116048 h 7221666"/>
              <a:gd name="connsiteX16" fmla="*/ 4025229 w 6395847"/>
              <a:gd name="connsiteY16" fmla="*/ 96652 h 7221666"/>
              <a:gd name="connsiteX17" fmla="*/ 4920239 w 6395847"/>
              <a:gd name="connsiteY17" fmla="*/ 127915 h 7221666"/>
              <a:gd name="connsiteX18" fmla="*/ 5919213 w 6395847"/>
              <a:gd name="connsiteY18" fmla="*/ 704673 h 7221666"/>
              <a:gd name="connsiteX19" fmla="*/ 6030081 w 6395847"/>
              <a:gd name="connsiteY19" fmla="*/ 779366 h 7221666"/>
              <a:gd name="connsiteX20" fmla="*/ 6096000 w 6395847"/>
              <a:gd name="connsiteY20" fmla="*/ 838524 h 7221666"/>
              <a:gd name="connsiteX21" fmla="*/ 6096000 w 6395847"/>
              <a:gd name="connsiteY21" fmla="*/ 7221665 h 7221666"/>
              <a:gd name="connsiteX22" fmla="*/ 6221624 w 6395847"/>
              <a:gd name="connsiteY22" fmla="*/ 982469 h 7221666"/>
              <a:gd name="connsiteX23" fmla="*/ 6201936 w 6395847"/>
              <a:gd name="connsiteY23" fmla="*/ 954781 h 7221666"/>
              <a:gd name="connsiteX24" fmla="*/ 6210136 w 6395847"/>
              <a:gd name="connsiteY24" fmla="*/ 964466 h 7221666"/>
              <a:gd name="connsiteX25" fmla="*/ 6283768 w 6395847"/>
              <a:gd name="connsiteY25" fmla="*/ 1082992 h 7221666"/>
              <a:gd name="connsiteX26" fmla="*/ 6267120 w 6395847"/>
              <a:gd name="connsiteY26" fmla="*/ 1053774 h 7221666"/>
              <a:gd name="connsiteX27" fmla="*/ 6278411 w 6395847"/>
              <a:gd name="connsiteY27" fmla="*/ 1071469 h 7221666"/>
              <a:gd name="connsiteX28" fmla="*/ 6372765 w 6395847"/>
              <a:gd name="connsiteY28" fmla="*/ 1326510 h 7221666"/>
              <a:gd name="connsiteX29" fmla="*/ 6365409 w 6395847"/>
              <a:gd name="connsiteY29" fmla="*/ 1293851 h 7221666"/>
              <a:gd name="connsiteX30" fmla="*/ 6369173 w 6395847"/>
              <a:gd name="connsiteY30" fmla="*/ 1305870 h 7221666"/>
              <a:gd name="connsiteX31" fmla="*/ 6391257 w 6395847"/>
              <a:gd name="connsiteY31" fmla="*/ 1442433 h 7221666"/>
              <a:gd name="connsiteX32" fmla="*/ 6387139 w 6395847"/>
              <a:gd name="connsiteY32" fmla="*/ 1409114 h 7221666"/>
              <a:gd name="connsiteX33" fmla="*/ 6390749 w 6395847"/>
              <a:gd name="connsiteY33" fmla="*/ 1429863 h 7221666"/>
              <a:gd name="connsiteX34" fmla="*/ 6395847 w 6395847"/>
              <a:gd name="connsiteY34" fmla="*/ 1556116 h 7221666"/>
              <a:gd name="connsiteX35" fmla="*/ 6268252 w 6395847"/>
              <a:gd name="connsiteY35" fmla="*/ 2007304 h 7221666"/>
              <a:gd name="connsiteX36" fmla="*/ 6096001 w 6395847"/>
              <a:gd name="connsiteY36" fmla="*/ 2305652 h 7221666"/>
              <a:gd name="connsiteX37" fmla="*/ 6096001 w 6395847"/>
              <a:gd name="connsiteY37" fmla="*/ 2305651 h 7221666"/>
              <a:gd name="connsiteX38" fmla="*/ 6268252 w 6395847"/>
              <a:gd name="connsiteY38" fmla="*/ 2007303 h 7221666"/>
              <a:gd name="connsiteX39" fmla="*/ 6385798 w 6395847"/>
              <a:gd name="connsiteY39" fmla="*/ 1671419 h 7221666"/>
              <a:gd name="connsiteX40" fmla="*/ 6395847 w 6395847"/>
              <a:gd name="connsiteY40" fmla="*/ 1556116 h 722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6395847" h="7221666">
                <a:moveTo>
                  <a:pt x="6096001" y="7221665"/>
                </a:moveTo>
                <a:lnTo>
                  <a:pt x="6096001" y="7221666"/>
                </a:lnTo>
                <a:lnTo>
                  <a:pt x="3314700" y="7221666"/>
                </a:lnTo>
                <a:lnTo>
                  <a:pt x="2781301" y="7221666"/>
                </a:lnTo>
                <a:lnTo>
                  <a:pt x="0" y="7221666"/>
                </a:lnTo>
                <a:lnTo>
                  <a:pt x="0" y="3447952"/>
                </a:lnTo>
                <a:lnTo>
                  <a:pt x="1" y="3447952"/>
                </a:lnTo>
                <a:lnTo>
                  <a:pt x="1" y="3019060"/>
                </a:lnTo>
                <a:cubicBezTo>
                  <a:pt x="1" y="2755733"/>
                  <a:pt x="106735" y="2517335"/>
                  <a:pt x="279301" y="2344769"/>
                </a:cubicBezTo>
                <a:lnTo>
                  <a:pt x="405446" y="2240690"/>
                </a:lnTo>
                <a:lnTo>
                  <a:pt x="404464" y="2239038"/>
                </a:lnTo>
                <a:lnTo>
                  <a:pt x="415115" y="2232712"/>
                </a:lnTo>
                <a:lnTo>
                  <a:pt x="420431" y="2228326"/>
                </a:lnTo>
                <a:lnTo>
                  <a:pt x="444464" y="2215281"/>
                </a:lnTo>
                <a:lnTo>
                  <a:pt x="3989796" y="109665"/>
                </a:lnTo>
                <a:lnTo>
                  <a:pt x="3993587" y="116048"/>
                </a:lnTo>
                <a:lnTo>
                  <a:pt x="4025229" y="96652"/>
                </a:lnTo>
                <a:cubicBezTo>
                  <a:pt x="4300466" y="-37338"/>
                  <a:pt x="4635179" y="-36664"/>
                  <a:pt x="4920239" y="127915"/>
                </a:cubicBezTo>
                <a:lnTo>
                  <a:pt x="5919213" y="704673"/>
                </a:lnTo>
                <a:cubicBezTo>
                  <a:pt x="5958409" y="727303"/>
                  <a:pt x="5995390" y="752295"/>
                  <a:pt x="6030081" y="779366"/>
                </a:cubicBezTo>
                <a:lnTo>
                  <a:pt x="6096000" y="838524"/>
                </a:lnTo>
                <a:lnTo>
                  <a:pt x="6096000" y="7221665"/>
                </a:lnTo>
                <a:close/>
                <a:moveTo>
                  <a:pt x="6221624" y="982469"/>
                </a:moveTo>
                <a:lnTo>
                  <a:pt x="6201936" y="954781"/>
                </a:lnTo>
                <a:lnTo>
                  <a:pt x="6210136" y="964466"/>
                </a:lnTo>
                <a:close/>
                <a:moveTo>
                  <a:pt x="6283768" y="1082992"/>
                </a:moveTo>
                <a:lnTo>
                  <a:pt x="6267120" y="1053774"/>
                </a:lnTo>
                <a:lnTo>
                  <a:pt x="6278411" y="1071469"/>
                </a:lnTo>
                <a:close/>
                <a:moveTo>
                  <a:pt x="6372765" y="1326510"/>
                </a:moveTo>
                <a:lnTo>
                  <a:pt x="6365409" y="1293851"/>
                </a:lnTo>
                <a:lnTo>
                  <a:pt x="6369173" y="1305870"/>
                </a:lnTo>
                <a:close/>
                <a:moveTo>
                  <a:pt x="6391257" y="1442433"/>
                </a:moveTo>
                <a:lnTo>
                  <a:pt x="6387139" y="1409114"/>
                </a:lnTo>
                <a:lnTo>
                  <a:pt x="6390749" y="1429863"/>
                </a:lnTo>
                <a:close/>
                <a:moveTo>
                  <a:pt x="6395847" y="1556116"/>
                </a:moveTo>
                <a:cubicBezTo>
                  <a:pt x="6391855" y="1709831"/>
                  <a:pt x="6350542" y="1864774"/>
                  <a:pt x="6268252" y="2007304"/>
                </a:cubicBezTo>
                <a:lnTo>
                  <a:pt x="6096001" y="2305652"/>
                </a:lnTo>
                <a:lnTo>
                  <a:pt x="6096001" y="2305651"/>
                </a:lnTo>
                <a:lnTo>
                  <a:pt x="6268252" y="2007303"/>
                </a:lnTo>
                <a:cubicBezTo>
                  <a:pt x="6329969" y="1900406"/>
                  <a:pt x="6368637" y="1786526"/>
                  <a:pt x="6385798" y="1671419"/>
                </a:cubicBezTo>
                <a:lnTo>
                  <a:pt x="6395847" y="1556116"/>
                </a:lnTo>
                <a:close/>
              </a:path>
            </a:pathLst>
          </a:custGeom>
          <a:gradFill>
            <a:gsLst>
              <a:gs pos="0">
                <a:srgbClr val="0165C5"/>
              </a:gs>
              <a:gs pos="100000">
                <a:srgbClr val="0165C5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阿里巴巴普惠体" panose="00020600040101010101" pitchFamily="18" charset="-122"/>
              <a:ea typeface="微软雅黑" panose="020B0503020204020204" pitchFamily="34" charset="-122"/>
              <a:sym typeface="Segoe UI" panose="020B0502040204020203" pitchFamily="3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1915" y="375709"/>
            <a:ext cx="2251713" cy="383211"/>
          </a:xfrm>
          <a:prstGeom prst="rect">
            <a:avLst/>
          </a:prstGeom>
        </p:spPr>
      </p:pic>
      <p:grpSp>
        <p:nvGrpSpPr>
          <p:cNvPr id="7" name="组合 6"/>
          <p:cNvGrpSpPr/>
          <p:nvPr/>
        </p:nvGrpSpPr>
        <p:grpSpPr>
          <a:xfrm>
            <a:off x="801093" y="1443871"/>
            <a:ext cx="714694" cy="714694"/>
            <a:chOff x="8289913" y="2508666"/>
            <a:chExt cx="714694" cy="714694"/>
          </a:xfrm>
        </p:grpSpPr>
        <p:sp>
          <p:nvSpPr>
            <p:cNvPr id="8" name="椭圆 7"/>
            <p:cNvSpPr/>
            <p:nvPr/>
          </p:nvSpPr>
          <p:spPr>
            <a:xfrm>
              <a:off x="8289913" y="2508666"/>
              <a:ext cx="714694" cy="714694"/>
            </a:xfrm>
            <a:prstGeom prst="ellipse">
              <a:avLst/>
            </a:prstGeom>
            <a:solidFill>
              <a:srgbClr val="0463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5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endParaRPr>
            </a:p>
          </p:txBody>
        </p:sp>
        <p:sp>
          <p:nvSpPr>
            <p:cNvPr id="10" name="arrow-pointing-left-circular-button_20407"/>
            <p:cNvSpPr>
              <a:spLocks noChangeAspect="1"/>
            </p:cNvSpPr>
            <p:nvPr/>
          </p:nvSpPr>
          <p:spPr bwMode="auto">
            <a:xfrm>
              <a:off x="8444698" y="2663709"/>
              <a:ext cx="405123" cy="404607"/>
            </a:xfrm>
            <a:custGeom>
              <a:avLst/>
              <a:gdLst>
                <a:gd name="T0" fmla="*/ 2307 w 4612"/>
                <a:gd name="T1" fmla="*/ 4614 h 4614"/>
                <a:gd name="T2" fmla="*/ 0 w 4612"/>
                <a:gd name="T3" fmla="*/ 2307 h 4614"/>
                <a:gd name="T4" fmla="*/ 2307 w 4612"/>
                <a:gd name="T5" fmla="*/ 0 h 4614"/>
                <a:gd name="T6" fmla="*/ 4612 w 4612"/>
                <a:gd name="T7" fmla="*/ 2227 h 4614"/>
                <a:gd name="T8" fmla="*/ 2031 w 4612"/>
                <a:gd name="T9" fmla="*/ 2222 h 4614"/>
                <a:gd name="T10" fmla="*/ 2479 w 4612"/>
                <a:gd name="T11" fmla="*/ 1775 h 4614"/>
                <a:gd name="T12" fmla="*/ 2367 w 4612"/>
                <a:gd name="T13" fmla="*/ 1662 h 4614"/>
                <a:gd name="T14" fmla="*/ 1727 w 4612"/>
                <a:gd name="T15" fmla="*/ 2302 h 4614"/>
                <a:gd name="T16" fmla="*/ 2378 w 4612"/>
                <a:gd name="T17" fmla="*/ 2952 h 4614"/>
                <a:gd name="T18" fmla="*/ 2490 w 4612"/>
                <a:gd name="T19" fmla="*/ 2840 h 4614"/>
                <a:gd name="T20" fmla="*/ 2032 w 4612"/>
                <a:gd name="T21" fmla="*/ 2381 h 4614"/>
                <a:gd name="T22" fmla="*/ 4612 w 4612"/>
                <a:gd name="T23" fmla="*/ 2387 h 4614"/>
                <a:gd name="T24" fmla="*/ 2307 w 4612"/>
                <a:gd name="T25" fmla="*/ 4614 h 4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612" h="4614">
                  <a:moveTo>
                    <a:pt x="2307" y="4614"/>
                  </a:moveTo>
                  <a:cubicBezTo>
                    <a:pt x="1035" y="4614"/>
                    <a:pt x="0" y="3579"/>
                    <a:pt x="0" y="2307"/>
                  </a:cubicBezTo>
                  <a:cubicBezTo>
                    <a:pt x="0" y="1035"/>
                    <a:pt x="1035" y="0"/>
                    <a:pt x="2307" y="0"/>
                  </a:cubicBezTo>
                  <a:cubicBezTo>
                    <a:pt x="3553" y="0"/>
                    <a:pt x="4570" y="992"/>
                    <a:pt x="4612" y="2227"/>
                  </a:cubicBezTo>
                  <a:lnTo>
                    <a:pt x="2031" y="2222"/>
                  </a:lnTo>
                  <a:lnTo>
                    <a:pt x="2479" y="1775"/>
                  </a:lnTo>
                  <a:lnTo>
                    <a:pt x="2367" y="1662"/>
                  </a:lnTo>
                  <a:lnTo>
                    <a:pt x="1727" y="2302"/>
                  </a:lnTo>
                  <a:lnTo>
                    <a:pt x="2378" y="2952"/>
                  </a:lnTo>
                  <a:lnTo>
                    <a:pt x="2490" y="2840"/>
                  </a:lnTo>
                  <a:lnTo>
                    <a:pt x="2032" y="2381"/>
                  </a:lnTo>
                  <a:lnTo>
                    <a:pt x="4612" y="2387"/>
                  </a:lnTo>
                  <a:cubicBezTo>
                    <a:pt x="4570" y="3622"/>
                    <a:pt x="3553" y="4614"/>
                    <a:pt x="2307" y="461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endParaRPr>
            </a:p>
          </p:txBody>
        </p:sp>
      </p:grpSp>
      <p:sp>
        <p:nvSpPr>
          <p:cNvPr id="11" name="矩形 3"/>
          <p:cNvSpPr/>
          <p:nvPr/>
        </p:nvSpPr>
        <p:spPr>
          <a:xfrm>
            <a:off x="747487" y="2313608"/>
            <a:ext cx="10697028" cy="407729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endParaRPr lang="ru-RU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阿里巴巴普惠体" panose="00020600040101010101" pitchFamily="18" charset="-122"/>
            </a:endParaRPr>
          </a:p>
        </p:txBody>
      </p:sp>
      <p:sp>
        <p:nvSpPr>
          <p:cNvPr id="15" name="标题 1"/>
          <p:cNvSpPr>
            <a:spLocks noGrp="1"/>
          </p:cNvSpPr>
          <p:nvPr>
            <p:ph type="title" hasCustomPrompt="1"/>
          </p:nvPr>
        </p:nvSpPr>
        <p:spPr>
          <a:xfrm>
            <a:off x="1670572" y="1555775"/>
            <a:ext cx="101273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>
              <a:lnSpc>
                <a:spcPct val="100000"/>
              </a:lnSpc>
              <a:defRPr lang="zh-CN" altLang="en-US" sz="2400" b="1" kern="1200" dirty="0">
                <a:solidFill>
                  <a:srgbClr val="0463C4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/>
            <a:r>
              <a:rPr lang="zh-CN" altLang="en-US" dirty="0"/>
              <a:t>单击此处编辑母版标题样式 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057B88A-48E7-5510-D21C-302607EC0201}"/>
              </a:ext>
            </a:extLst>
          </p:cNvPr>
          <p:cNvSpPr>
            <a:spLocks noGrp="1"/>
          </p:cNvSpPr>
          <p:nvPr/>
        </p:nvSpPr>
        <p:spPr>
          <a:xfrm>
            <a:off x="290830" y="384278"/>
            <a:ext cx="11506835" cy="48430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l">
              <a:lnSpc>
                <a:spcPct val="100000"/>
              </a:lnSpc>
              <a:defRPr lang="zh-CN" altLang="en-US" sz="2400" b="1" kern="1200" dirty="0">
                <a:solidFill>
                  <a:srgbClr val="0463C4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sz="2800" dirty="0">
                <a:solidFill>
                  <a:schemeClr val="bg1"/>
                </a:solidFill>
              </a:rPr>
              <a:t>  </a:t>
            </a:r>
            <a:r>
              <a:rPr lang="en-US" altLang="zh-CN" sz="2800" dirty="0">
                <a:solidFill>
                  <a:schemeClr val="bg1">
                    <a:alpha val="80000"/>
                  </a:schemeClr>
                </a:solidFill>
              </a:rPr>
              <a:t>03</a:t>
            </a:r>
            <a:r>
              <a:rPr lang="en-US" altLang="zh-CN" sz="2800" dirty="0">
                <a:solidFill>
                  <a:srgbClr val="0091D9"/>
                </a:solidFill>
              </a:rPr>
              <a:t>         </a:t>
            </a:r>
            <a:r>
              <a:rPr lang="zh-CN" altLang="en-US" sz="2800" b="1" kern="1200" dirty="0">
                <a:solidFill>
                  <a:srgbClr val="0091D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rPr>
              <a:t>图像感知与获取</a:t>
            </a:r>
            <a:endParaRPr lang="zh-CN" altLang="en-US" sz="2800" dirty="0">
              <a:solidFill>
                <a:srgbClr val="0091D9"/>
              </a:solidFill>
            </a:endParaRPr>
          </a:p>
        </p:txBody>
      </p:sp>
      <p:sp>
        <p:nvSpPr>
          <p:cNvPr id="9" name="内容占位符 22">
            <a:extLst>
              <a:ext uri="{FF2B5EF4-FFF2-40B4-BE49-F238E27FC236}">
                <a16:creationId xmlns:a16="http://schemas.microsoft.com/office/drawing/2014/main" id="{4FCB1552-F63F-5BAC-C851-A95C7C1C282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024731" y="2516808"/>
            <a:ext cx="10142537" cy="323051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/>
            </a:lvl1pPr>
            <a:lvl2pPr>
              <a:defRPr sz="2000"/>
            </a:lvl2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05315138"/>
      </p:ext>
    </p:extLst>
  </p:cSld>
  <p:clrMapOvr>
    <a:masterClrMapping/>
  </p:clrMapOvr>
  <p:transition spd="slow" advTm="0"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159657"/>
            <a:ext cx="12192000" cy="798286"/>
          </a:xfrm>
          <a:prstGeom prst="rect">
            <a:avLst/>
          </a:prstGeom>
          <a:solidFill>
            <a:srgbClr val="D6E8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任意多边形: 形状 3"/>
          <p:cNvSpPr/>
          <p:nvPr/>
        </p:nvSpPr>
        <p:spPr>
          <a:xfrm rot="5400000" flipH="1">
            <a:off x="130629" y="-188683"/>
            <a:ext cx="1219197" cy="1480455"/>
          </a:xfrm>
          <a:custGeom>
            <a:avLst/>
            <a:gdLst>
              <a:gd name="connsiteX0" fmla="*/ 6096001 w 6395847"/>
              <a:gd name="connsiteY0" fmla="*/ 7221665 h 7221666"/>
              <a:gd name="connsiteX1" fmla="*/ 6096001 w 6395847"/>
              <a:gd name="connsiteY1" fmla="*/ 7221666 h 7221666"/>
              <a:gd name="connsiteX2" fmla="*/ 3314700 w 6395847"/>
              <a:gd name="connsiteY2" fmla="*/ 7221666 h 7221666"/>
              <a:gd name="connsiteX3" fmla="*/ 2781301 w 6395847"/>
              <a:gd name="connsiteY3" fmla="*/ 7221666 h 7221666"/>
              <a:gd name="connsiteX4" fmla="*/ 0 w 6395847"/>
              <a:gd name="connsiteY4" fmla="*/ 7221666 h 7221666"/>
              <a:gd name="connsiteX5" fmla="*/ 0 w 6395847"/>
              <a:gd name="connsiteY5" fmla="*/ 3447952 h 7221666"/>
              <a:gd name="connsiteX6" fmla="*/ 1 w 6395847"/>
              <a:gd name="connsiteY6" fmla="*/ 3447952 h 7221666"/>
              <a:gd name="connsiteX7" fmla="*/ 1 w 6395847"/>
              <a:gd name="connsiteY7" fmla="*/ 3019060 h 7221666"/>
              <a:gd name="connsiteX8" fmla="*/ 279301 w 6395847"/>
              <a:gd name="connsiteY8" fmla="*/ 2344769 h 7221666"/>
              <a:gd name="connsiteX9" fmla="*/ 405446 w 6395847"/>
              <a:gd name="connsiteY9" fmla="*/ 2240690 h 7221666"/>
              <a:gd name="connsiteX10" fmla="*/ 404464 w 6395847"/>
              <a:gd name="connsiteY10" fmla="*/ 2239038 h 7221666"/>
              <a:gd name="connsiteX11" fmla="*/ 415115 w 6395847"/>
              <a:gd name="connsiteY11" fmla="*/ 2232712 h 7221666"/>
              <a:gd name="connsiteX12" fmla="*/ 420431 w 6395847"/>
              <a:gd name="connsiteY12" fmla="*/ 2228326 h 7221666"/>
              <a:gd name="connsiteX13" fmla="*/ 444464 w 6395847"/>
              <a:gd name="connsiteY13" fmla="*/ 2215281 h 7221666"/>
              <a:gd name="connsiteX14" fmla="*/ 3989796 w 6395847"/>
              <a:gd name="connsiteY14" fmla="*/ 109665 h 7221666"/>
              <a:gd name="connsiteX15" fmla="*/ 3993587 w 6395847"/>
              <a:gd name="connsiteY15" fmla="*/ 116048 h 7221666"/>
              <a:gd name="connsiteX16" fmla="*/ 4025229 w 6395847"/>
              <a:gd name="connsiteY16" fmla="*/ 96652 h 7221666"/>
              <a:gd name="connsiteX17" fmla="*/ 4920239 w 6395847"/>
              <a:gd name="connsiteY17" fmla="*/ 127915 h 7221666"/>
              <a:gd name="connsiteX18" fmla="*/ 5919213 w 6395847"/>
              <a:gd name="connsiteY18" fmla="*/ 704673 h 7221666"/>
              <a:gd name="connsiteX19" fmla="*/ 6030081 w 6395847"/>
              <a:gd name="connsiteY19" fmla="*/ 779366 h 7221666"/>
              <a:gd name="connsiteX20" fmla="*/ 6096000 w 6395847"/>
              <a:gd name="connsiteY20" fmla="*/ 838524 h 7221666"/>
              <a:gd name="connsiteX21" fmla="*/ 6096000 w 6395847"/>
              <a:gd name="connsiteY21" fmla="*/ 7221665 h 7221666"/>
              <a:gd name="connsiteX22" fmla="*/ 6221624 w 6395847"/>
              <a:gd name="connsiteY22" fmla="*/ 982469 h 7221666"/>
              <a:gd name="connsiteX23" fmla="*/ 6201936 w 6395847"/>
              <a:gd name="connsiteY23" fmla="*/ 954781 h 7221666"/>
              <a:gd name="connsiteX24" fmla="*/ 6210136 w 6395847"/>
              <a:gd name="connsiteY24" fmla="*/ 964466 h 7221666"/>
              <a:gd name="connsiteX25" fmla="*/ 6283768 w 6395847"/>
              <a:gd name="connsiteY25" fmla="*/ 1082992 h 7221666"/>
              <a:gd name="connsiteX26" fmla="*/ 6267120 w 6395847"/>
              <a:gd name="connsiteY26" fmla="*/ 1053774 h 7221666"/>
              <a:gd name="connsiteX27" fmla="*/ 6278411 w 6395847"/>
              <a:gd name="connsiteY27" fmla="*/ 1071469 h 7221666"/>
              <a:gd name="connsiteX28" fmla="*/ 6372765 w 6395847"/>
              <a:gd name="connsiteY28" fmla="*/ 1326510 h 7221666"/>
              <a:gd name="connsiteX29" fmla="*/ 6365409 w 6395847"/>
              <a:gd name="connsiteY29" fmla="*/ 1293851 h 7221666"/>
              <a:gd name="connsiteX30" fmla="*/ 6369173 w 6395847"/>
              <a:gd name="connsiteY30" fmla="*/ 1305870 h 7221666"/>
              <a:gd name="connsiteX31" fmla="*/ 6391257 w 6395847"/>
              <a:gd name="connsiteY31" fmla="*/ 1442433 h 7221666"/>
              <a:gd name="connsiteX32" fmla="*/ 6387139 w 6395847"/>
              <a:gd name="connsiteY32" fmla="*/ 1409114 h 7221666"/>
              <a:gd name="connsiteX33" fmla="*/ 6390749 w 6395847"/>
              <a:gd name="connsiteY33" fmla="*/ 1429863 h 7221666"/>
              <a:gd name="connsiteX34" fmla="*/ 6395847 w 6395847"/>
              <a:gd name="connsiteY34" fmla="*/ 1556116 h 7221666"/>
              <a:gd name="connsiteX35" fmla="*/ 6268252 w 6395847"/>
              <a:gd name="connsiteY35" fmla="*/ 2007304 h 7221666"/>
              <a:gd name="connsiteX36" fmla="*/ 6096001 w 6395847"/>
              <a:gd name="connsiteY36" fmla="*/ 2305652 h 7221666"/>
              <a:gd name="connsiteX37" fmla="*/ 6096001 w 6395847"/>
              <a:gd name="connsiteY37" fmla="*/ 2305651 h 7221666"/>
              <a:gd name="connsiteX38" fmla="*/ 6268252 w 6395847"/>
              <a:gd name="connsiteY38" fmla="*/ 2007303 h 7221666"/>
              <a:gd name="connsiteX39" fmla="*/ 6385798 w 6395847"/>
              <a:gd name="connsiteY39" fmla="*/ 1671419 h 7221666"/>
              <a:gd name="connsiteX40" fmla="*/ 6395847 w 6395847"/>
              <a:gd name="connsiteY40" fmla="*/ 1556116 h 722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6395847" h="7221666">
                <a:moveTo>
                  <a:pt x="6096001" y="7221665"/>
                </a:moveTo>
                <a:lnTo>
                  <a:pt x="6096001" y="7221666"/>
                </a:lnTo>
                <a:lnTo>
                  <a:pt x="3314700" y="7221666"/>
                </a:lnTo>
                <a:lnTo>
                  <a:pt x="2781301" y="7221666"/>
                </a:lnTo>
                <a:lnTo>
                  <a:pt x="0" y="7221666"/>
                </a:lnTo>
                <a:lnTo>
                  <a:pt x="0" y="3447952"/>
                </a:lnTo>
                <a:lnTo>
                  <a:pt x="1" y="3447952"/>
                </a:lnTo>
                <a:lnTo>
                  <a:pt x="1" y="3019060"/>
                </a:lnTo>
                <a:cubicBezTo>
                  <a:pt x="1" y="2755733"/>
                  <a:pt x="106735" y="2517335"/>
                  <a:pt x="279301" y="2344769"/>
                </a:cubicBezTo>
                <a:lnTo>
                  <a:pt x="405446" y="2240690"/>
                </a:lnTo>
                <a:lnTo>
                  <a:pt x="404464" y="2239038"/>
                </a:lnTo>
                <a:lnTo>
                  <a:pt x="415115" y="2232712"/>
                </a:lnTo>
                <a:lnTo>
                  <a:pt x="420431" y="2228326"/>
                </a:lnTo>
                <a:lnTo>
                  <a:pt x="444464" y="2215281"/>
                </a:lnTo>
                <a:lnTo>
                  <a:pt x="3989796" y="109665"/>
                </a:lnTo>
                <a:lnTo>
                  <a:pt x="3993587" y="116048"/>
                </a:lnTo>
                <a:lnTo>
                  <a:pt x="4025229" y="96652"/>
                </a:lnTo>
                <a:cubicBezTo>
                  <a:pt x="4300466" y="-37338"/>
                  <a:pt x="4635179" y="-36664"/>
                  <a:pt x="4920239" y="127915"/>
                </a:cubicBezTo>
                <a:lnTo>
                  <a:pt x="5919213" y="704673"/>
                </a:lnTo>
                <a:cubicBezTo>
                  <a:pt x="5958409" y="727303"/>
                  <a:pt x="5995390" y="752295"/>
                  <a:pt x="6030081" y="779366"/>
                </a:cubicBezTo>
                <a:lnTo>
                  <a:pt x="6096000" y="838524"/>
                </a:lnTo>
                <a:lnTo>
                  <a:pt x="6096000" y="7221665"/>
                </a:lnTo>
                <a:close/>
                <a:moveTo>
                  <a:pt x="6221624" y="982469"/>
                </a:moveTo>
                <a:lnTo>
                  <a:pt x="6201936" y="954781"/>
                </a:lnTo>
                <a:lnTo>
                  <a:pt x="6210136" y="964466"/>
                </a:lnTo>
                <a:close/>
                <a:moveTo>
                  <a:pt x="6283768" y="1082992"/>
                </a:moveTo>
                <a:lnTo>
                  <a:pt x="6267120" y="1053774"/>
                </a:lnTo>
                <a:lnTo>
                  <a:pt x="6278411" y="1071469"/>
                </a:lnTo>
                <a:close/>
                <a:moveTo>
                  <a:pt x="6372765" y="1326510"/>
                </a:moveTo>
                <a:lnTo>
                  <a:pt x="6365409" y="1293851"/>
                </a:lnTo>
                <a:lnTo>
                  <a:pt x="6369173" y="1305870"/>
                </a:lnTo>
                <a:close/>
                <a:moveTo>
                  <a:pt x="6391257" y="1442433"/>
                </a:moveTo>
                <a:lnTo>
                  <a:pt x="6387139" y="1409114"/>
                </a:lnTo>
                <a:lnTo>
                  <a:pt x="6390749" y="1429863"/>
                </a:lnTo>
                <a:close/>
                <a:moveTo>
                  <a:pt x="6395847" y="1556116"/>
                </a:moveTo>
                <a:cubicBezTo>
                  <a:pt x="6391855" y="1709831"/>
                  <a:pt x="6350542" y="1864774"/>
                  <a:pt x="6268252" y="2007304"/>
                </a:cubicBezTo>
                <a:lnTo>
                  <a:pt x="6096001" y="2305652"/>
                </a:lnTo>
                <a:lnTo>
                  <a:pt x="6096001" y="2305651"/>
                </a:lnTo>
                <a:lnTo>
                  <a:pt x="6268252" y="2007303"/>
                </a:lnTo>
                <a:cubicBezTo>
                  <a:pt x="6329969" y="1900406"/>
                  <a:pt x="6368637" y="1786526"/>
                  <a:pt x="6385798" y="1671419"/>
                </a:cubicBezTo>
                <a:lnTo>
                  <a:pt x="6395847" y="1556116"/>
                </a:lnTo>
                <a:close/>
              </a:path>
            </a:pathLst>
          </a:custGeom>
          <a:gradFill>
            <a:gsLst>
              <a:gs pos="0">
                <a:srgbClr val="0165C5"/>
              </a:gs>
              <a:gs pos="100000">
                <a:srgbClr val="0165C5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阿里巴巴普惠体" panose="00020600040101010101" pitchFamily="18" charset="-122"/>
              <a:ea typeface="微软雅黑" panose="020B0503020204020204" pitchFamily="34" charset="-122"/>
              <a:sym typeface="Segoe UI" panose="020B0502040204020203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670572" y="1555775"/>
            <a:ext cx="101273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>
              <a:lnSpc>
                <a:spcPct val="100000"/>
              </a:lnSpc>
              <a:defRPr lang="zh-CN" altLang="en-US" sz="2400" b="1" kern="1200" dirty="0">
                <a:solidFill>
                  <a:srgbClr val="0463C4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/>
            <a:r>
              <a:rPr lang="zh-CN" altLang="en-US" dirty="0"/>
              <a:t>单击此处编辑母版标题样式 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1915" y="375709"/>
            <a:ext cx="2251713" cy="383211"/>
          </a:xfrm>
          <a:prstGeom prst="rect">
            <a:avLst/>
          </a:prstGeom>
        </p:spPr>
      </p:pic>
      <p:grpSp>
        <p:nvGrpSpPr>
          <p:cNvPr id="6" name="组合 5"/>
          <p:cNvGrpSpPr/>
          <p:nvPr/>
        </p:nvGrpSpPr>
        <p:grpSpPr>
          <a:xfrm>
            <a:off x="801093" y="1443871"/>
            <a:ext cx="714694" cy="714694"/>
            <a:chOff x="8289913" y="2508666"/>
            <a:chExt cx="714694" cy="714694"/>
          </a:xfrm>
        </p:grpSpPr>
        <p:sp>
          <p:nvSpPr>
            <p:cNvPr id="7" name="椭圆 6"/>
            <p:cNvSpPr/>
            <p:nvPr/>
          </p:nvSpPr>
          <p:spPr>
            <a:xfrm>
              <a:off x="8289913" y="2508666"/>
              <a:ext cx="714694" cy="714694"/>
            </a:xfrm>
            <a:prstGeom prst="ellipse">
              <a:avLst/>
            </a:prstGeom>
            <a:solidFill>
              <a:srgbClr val="0463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5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endParaRPr>
            </a:p>
          </p:txBody>
        </p:sp>
        <p:sp>
          <p:nvSpPr>
            <p:cNvPr id="8" name="arrow-pointing-left-circular-button_20407"/>
            <p:cNvSpPr>
              <a:spLocks noChangeAspect="1"/>
            </p:cNvSpPr>
            <p:nvPr/>
          </p:nvSpPr>
          <p:spPr bwMode="auto">
            <a:xfrm>
              <a:off x="8444698" y="2663709"/>
              <a:ext cx="405123" cy="404607"/>
            </a:xfrm>
            <a:custGeom>
              <a:avLst/>
              <a:gdLst>
                <a:gd name="T0" fmla="*/ 2307 w 4612"/>
                <a:gd name="T1" fmla="*/ 4614 h 4614"/>
                <a:gd name="T2" fmla="*/ 0 w 4612"/>
                <a:gd name="T3" fmla="*/ 2307 h 4614"/>
                <a:gd name="T4" fmla="*/ 2307 w 4612"/>
                <a:gd name="T5" fmla="*/ 0 h 4614"/>
                <a:gd name="T6" fmla="*/ 4612 w 4612"/>
                <a:gd name="T7" fmla="*/ 2227 h 4614"/>
                <a:gd name="T8" fmla="*/ 2031 w 4612"/>
                <a:gd name="T9" fmla="*/ 2222 h 4614"/>
                <a:gd name="T10" fmla="*/ 2479 w 4612"/>
                <a:gd name="T11" fmla="*/ 1775 h 4614"/>
                <a:gd name="T12" fmla="*/ 2367 w 4612"/>
                <a:gd name="T13" fmla="*/ 1662 h 4614"/>
                <a:gd name="T14" fmla="*/ 1727 w 4612"/>
                <a:gd name="T15" fmla="*/ 2302 h 4614"/>
                <a:gd name="T16" fmla="*/ 2378 w 4612"/>
                <a:gd name="T17" fmla="*/ 2952 h 4614"/>
                <a:gd name="T18" fmla="*/ 2490 w 4612"/>
                <a:gd name="T19" fmla="*/ 2840 h 4614"/>
                <a:gd name="T20" fmla="*/ 2032 w 4612"/>
                <a:gd name="T21" fmla="*/ 2381 h 4614"/>
                <a:gd name="T22" fmla="*/ 4612 w 4612"/>
                <a:gd name="T23" fmla="*/ 2387 h 4614"/>
                <a:gd name="T24" fmla="*/ 2307 w 4612"/>
                <a:gd name="T25" fmla="*/ 4614 h 4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612" h="4614">
                  <a:moveTo>
                    <a:pt x="2307" y="4614"/>
                  </a:moveTo>
                  <a:cubicBezTo>
                    <a:pt x="1035" y="4614"/>
                    <a:pt x="0" y="3579"/>
                    <a:pt x="0" y="2307"/>
                  </a:cubicBezTo>
                  <a:cubicBezTo>
                    <a:pt x="0" y="1035"/>
                    <a:pt x="1035" y="0"/>
                    <a:pt x="2307" y="0"/>
                  </a:cubicBezTo>
                  <a:cubicBezTo>
                    <a:pt x="3553" y="0"/>
                    <a:pt x="4570" y="992"/>
                    <a:pt x="4612" y="2227"/>
                  </a:cubicBezTo>
                  <a:lnTo>
                    <a:pt x="2031" y="2222"/>
                  </a:lnTo>
                  <a:lnTo>
                    <a:pt x="2479" y="1775"/>
                  </a:lnTo>
                  <a:lnTo>
                    <a:pt x="2367" y="1662"/>
                  </a:lnTo>
                  <a:lnTo>
                    <a:pt x="1727" y="2302"/>
                  </a:lnTo>
                  <a:lnTo>
                    <a:pt x="2378" y="2952"/>
                  </a:lnTo>
                  <a:lnTo>
                    <a:pt x="2490" y="2840"/>
                  </a:lnTo>
                  <a:lnTo>
                    <a:pt x="2032" y="2381"/>
                  </a:lnTo>
                  <a:lnTo>
                    <a:pt x="4612" y="2387"/>
                  </a:lnTo>
                  <a:cubicBezTo>
                    <a:pt x="4570" y="3622"/>
                    <a:pt x="3553" y="4614"/>
                    <a:pt x="2307" y="461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endParaRPr>
            </a:p>
          </p:txBody>
        </p:sp>
      </p:grpSp>
      <p:sp>
        <p:nvSpPr>
          <p:cNvPr id="9" name="标题 1"/>
          <p:cNvSpPr>
            <a:spLocks noGrp="1"/>
          </p:cNvSpPr>
          <p:nvPr/>
        </p:nvSpPr>
        <p:spPr>
          <a:xfrm>
            <a:off x="290830" y="384278"/>
            <a:ext cx="11506835" cy="48430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l">
              <a:lnSpc>
                <a:spcPct val="100000"/>
              </a:lnSpc>
              <a:defRPr lang="zh-CN" altLang="en-US" sz="2400" b="1" kern="1200" dirty="0">
                <a:solidFill>
                  <a:srgbClr val="0463C4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sz="2800" dirty="0">
                <a:solidFill>
                  <a:schemeClr val="bg1"/>
                </a:solidFill>
              </a:rPr>
              <a:t>  </a:t>
            </a:r>
            <a:r>
              <a:rPr lang="en-US" altLang="zh-CN" sz="2800" dirty="0">
                <a:solidFill>
                  <a:schemeClr val="bg1">
                    <a:alpha val="80000"/>
                  </a:schemeClr>
                </a:solidFill>
              </a:rPr>
              <a:t>04</a:t>
            </a:r>
            <a:r>
              <a:rPr lang="en-US" altLang="zh-CN" sz="2800" dirty="0">
                <a:solidFill>
                  <a:srgbClr val="0091D9"/>
                </a:solidFill>
              </a:rPr>
              <a:t>         </a:t>
            </a:r>
            <a:r>
              <a:rPr lang="zh-CN" altLang="en-US" sz="2800" b="1" kern="1200" dirty="0">
                <a:solidFill>
                  <a:srgbClr val="0091D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rPr>
              <a:t>图像取样和量化</a:t>
            </a:r>
            <a:endParaRPr lang="zh-CN" altLang="en-US" sz="2800" dirty="0">
              <a:solidFill>
                <a:srgbClr val="0091D9"/>
              </a:solidFill>
            </a:endParaRPr>
          </a:p>
        </p:txBody>
      </p:sp>
      <p:sp>
        <p:nvSpPr>
          <p:cNvPr id="5" name="内容占位符 13">
            <a:extLst>
              <a:ext uri="{FF2B5EF4-FFF2-40B4-BE49-F238E27FC236}">
                <a16:creationId xmlns:a16="http://schemas.microsoft.com/office/drawing/2014/main" id="{DD6272E6-0B32-CAD6-9441-D69B3FD5D0A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01093" y="2432500"/>
            <a:ext cx="10652971" cy="3540427"/>
          </a:xfrm>
          <a:prstGeom prst="rect">
            <a:avLst/>
          </a:prstGeom>
        </p:spPr>
        <p:txBody>
          <a:bodyPr/>
          <a:lstStyle>
            <a:lvl1pPr eaLnBrk="1" fontAlgn="auto" latinLnBrk="0" hangingPunct="1">
              <a:lnSpc>
                <a:spcPct val="150000"/>
              </a:lnSpc>
              <a:defRPr sz="2000"/>
            </a:lvl1pPr>
            <a:lvl2pPr eaLnBrk="1" fontAlgn="auto" latinLnBrk="0" hangingPunct="1">
              <a:lnSpc>
                <a:spcPct val="150000"/>
              </a:lnSpc>
              <a:defRPr sz="2000"/>
            </a:lvl2pPr>
            <a:lvl3pPr eaLnBrk="1" fontAlgn="auto" latinLnBrk="0" hangingPunct="1">
              <a:lnSpc>
                <a:spcPct val="150000"/>
              </a:lnSpc>
              <a:defRPr sz="2000"/>
            </a:lvl3pPr>
            <a:lvl4pPr eaLnBrk="1" fontAlgn="auto" latinLnBrk="0" hangingPunct="1">
              <a:lnSpc>
                <a:spcPct val="150000"/>
              </a:lnSpc>
              <a:defRPr sz="2000"/>
            </a:lvl4pPr>
            <a:lvl5pPr eaLnBrk="1" fontAlgn="auto" latinLnBrk="0" hangingPunct="1">
              <a:lnSpc>
                <a:spcPct val="150000"/>
              </a:lnSpc>
              <a:defRPr sz="20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15413398"/>
      </p:ext>
    </p:extLst>
  </p:cSld>
  <p:clrMapOvr>
    <a:masterClrMapping/>
  </p:clrMapOvr>
  <p:transition spd="slow" advTm="0"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159657"/>
            <a:ext cx="12192000" cy="798286"/>
          </a:xfrm>
          <a:prstGeom prst="rect">
            <a:avLst/>
          </a:prstGeom>
          <a:solidFill>
            <a:srgbClr val="D6E8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任意多边形: 形状 3"/>
          <p:cNvSpPr/>
          <p:nvPr/>
        </p:nvSpPr>
        <p:spPr>
          <a:xfrm rot="5400000" flipH="1">
            <a:off x="130629" y="-188683"/>
            <a:ext cx="1219197" cy="1480455"/>
          </a:xfrm>
          <a:custGeom>
            <a:avLst/>
            <a:gdLst>
              <a:gd name="connsiteX0" fmla="*/ 6096001 w 6395847"/>
              <a:gd name="connsiteY0" fmla="*/ 7221665 h 7221666"/>
              <a:gd name="connsiteX1" fmla="*/ 6096001 w 6395847"/>
              <a:gd name="connsiteY1" fmla="*/ 7221666 h 7221666"/>
              <a:gd name="connsiteX2" fmla="*/ 3314700 w 6395847"/>
              <a:gd name="connsiteY2" fmla="*/ 7221666 h 7221666"/>
              <a:gd name="connsiteX3" fmla="*/ 2781301 w 6395847"/>
              <a:gd name="connsiteY3" fmla="*/ 7221666 h 7221666"/>
              <a:gd name="connsiteX4" fmla="*/ 0 w 6395847"/>
              <a:gd name="connsiteY4" fmla="*/ 7221666 h 7221666"/>
              <a:gd name="connsiteX5" fmla="*/ 0 w 6395847"/>
              <a:gd name="connsiteY5" fmla="*/ 3447952 h 7221666"/>
              <a:gd name="connsiteX6" fmla="*/ 1 w 6395847"/>
              <a:gd name="connsiteY6" fmla="*/ 3447952 h 7221666"/>
              <a:gd name="connsiteX7" fmla="*/ 1 w 6395847"/>
              <a:gd name="connsiteY7" fmla="*/ 3019060 h 7221666"/>
              <a:gd name="connsiteX8" fmla="*/ 279301 w 6395847"/>
              <a:gd name="connsiteY8" fmla="*/ 2344769 h 7221666"/>
              <a:gd name="connsiteX9" fmla="*/ 405446 w 6395847"/>
              <a:gd name="connsiteY9" fmla="*/ 2240690 h 7221666"/>
              <a:gd name="connsiteX10" fmla="*/ 404464 w 6395847"/>
              <a:gd name="connsiteY10" fmla="*/ 2239038 h 7221666"/>
              <a:gd name="connsiteX11" fmla="*/ 415115 w 6395847"/>
              <a:gd name="connsiteY11" fmla="*/ 2232712 h 7221666"/>
              <a:gd name="connsiteX12" fmla="*/ 420431 w 6395847"/>
              <a:gd name="connsiteY12" fmla="*/ 2228326 h 7221666"/>
              <a:gd name="connsiteX13" fmla="*/ 444464 w 6395847"/>
              <a:gd name="connsiteY13" fmla="*/ 2215281 h 7221666"/>
              <a:gd name="connsiteX14" fmla="*/ 3989796 w 6395847"/>
              <a:gd name="connsiteY14" fmla="*/ 109665 h 7221666"/>
              <a:gd name="connsiteX15" fmla="*/ 3993587 w 6395847"/>
              <a:gd name="connsiteY15" fmla="*/ 116048 h 7221666"/>
              <a:gd name="connsiteX16" fmla="*/ 4025229 w 6395847"/>
              <a:gd name="connsiteY16" fmla="*/ 96652 h 7221666"/>
              <a:gd name="connsiteX17" fmla="*/ 4920239 w 6395847"/>
              <a:gd name="connsiteY17" fmla="*/ 127915 h 7221666"/>
              <a:gd name="connsiteX18" fmla="*/ 5919213 w 6395847"/>
              <a:gd name="connsiteY18" fmla="*/ 704673 h 7221666"/>
              <a:gd name="connsiteX19" fmla="*/ 6030081 w 6395847"/>
              <a:gd name="connsiteY19" fmla="*/ 779366 h 7221666"/>
              <a:gd name="connsiteX20" fmla="*/ 6096000 w 6395847"/>
              <a:gd name="connsiteY20" fmla="*/ 838524 h 7221666"/>
              <a:gd name="connsiteX21" fmla="*/ 6096000 w 6395847"/>
              <a:gd name="connsiteY21" fmla="*/ 7221665 h 7221666"/>
              <a:gd name="connsiteX22" fmla="*/ 6221624 w 6395847"/>
              <a:gd name="connsiteY22" fmla="*/ 982469 h 7221666"/>
              <a:gd name="connsiteX23" fmla="*/ 6201936 w 6395847"/>
              <a:gd name="connsiteY23" fmla="*/ 954781 h 7221666"/>
              <a:gd name="connsiteX24" fmla="*/ 6210136 w 6395847"/>
              <a:gd name="connsiteY24" fmla="*/ 964466 h 7221666"/>
              <a:gd name="connsiteX25" fmla="*/ 6283768 w 6395847"/>
              <a:gd name="connsiteY25" fmla="*/ 1082992 h 7221666"/>
              <a:gd name="connsiteX26" fmla="*/ 6267120 w 6395847"/>
              <a:gd name="connsiteY26" fmla="*/ 1053774 h 7221666"/>
              <a:gd name="connsiteX27" fmla="*/ 6278411 w 6395847"/>
              <a:gd name="connsiteY27" fmla="*/ 1071469 h 7221666"/>
              <a:gd name="connsiteX28" fmla="*/ 6372765 w 6395847"/>
              <a:gd name="connsiteY28" fmla="*/ 1326510 h 7221666"/>
              <a:gd name="connsiteX29" fmla="*/ 6365409 w 6395847"/>
              <a:gd name="connsiteY29" fmla="*/ 1293851 h 7221666"/>
              <a:gd name="connsiteX30" fmla="*/ 6369173 w 6395847"/>
              <a:gd name="connsiteY30" fmla="*/ 1305870 h 7221666"/>
              <a:gd name="connsiteX31" fmla="*/ 6391257 w 6395847"/>
              <a:gd name="connsiteY31" fmla="*/ 1442433 h 7221666"/>
              <a:gd name="connsiteX32" fmla="*/ 6387139 w 6395847"/>
              <a:gd name="connsiteY32" fmla="*/ 1409114 h 7221666"/>
              <a:gd name="connsiteX33" fmla="*/ 6390749 w 6395847"/>
              <a:gd name="connsiteY33" fmla="*/ 1429863 h 7221666"/>
              <a:gd name="connsiteX34" fmla="*/ 6395847 w 6395847"/>
              <a:gd name="connsiteY34" fmla="*/ 1556116 h 7221666"/>
              <a:gd name="connsiteX35" fmla="*/ 6268252 w 6395847"/>
              <a:gd name="connsiteY35" fmla="*/ 2007304 h 7221666"/>
              <a:gd name="connsiteX36" fmla="*/ 6096001 w 6395847"/>
              <a:gd name="connsiteY36" fmla="*/ 2305652 h 7221666"/>
              <a:gd name="connsiteX37" fmla="*/ 6096001 w 6395847"/>
              <a:gd name="connsiteY37" fmla="*/ 2305651 h 7221666"/>
              <a:gd name="connsiteX38" fmla="*/ 6268252 w 6395847"/>
              <a:gd name="connsiteY38" fmla="*/ 2007303 h 7221666"/>
              <a:gd name="connsiteX39" fmla="*/ 6385798 w 6395847"/>
              <a:gd name="connsiteY39" fmla="*/ 1671419 h 7221666"/>
              <a:gd name="connsiteX40" fmla="*/ 6395847 w 6395847"/>
              <a:gd name="connsiteY40" fmla="*/ 1556116 h 722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6395847" h="7221666">
                <a:moveTo>
                  <a:pt x="6096001" y="7221665"/>
                </a:moveTo>
                <a:lnTo>
                  <a:pt x="6096001" y="7221666"/>
                </a:lnTo>
                <a:lnTo>
                  <a:pt x="3314700" y="7221666"/>
                </a:lnTo>
                <a:lnTo>
                  <a:pt x="2781301" y="7221666"/>
                </a:lnTo>
                <a:lnTo>
                  <a:pt x="0" y="7221666"/>
                </a:lnTo>
                <a:lnTo>
                  <a:pt x="0" y="3447952"/>
                </a:lnTo>
                <a:lnTo>
                  <a:pt x="1" y="3447952"/>
                </a:lnTo>
                <a:lnTo>
                  <a:pt x="1" y="3019060"/>
                </a:lnTo>
                <a:cubicBezTo>
                  <a:pt x="1" y="2755733"/>
                  <a:pt x="106735" y="2517335"/>
                  <a:pt x="279301" y="2344769"/>
                </a:cubicBezTo>
                <a:lnTo>
                  <a:pt x="405446" y="2240690"/>
                </a:lnTo>
                <a:lnTo>
                  <a:pt x="404464" y="2239038"/>
                </a:lnTo>
                <a:lnTo>
                  <a:pt x="415115" y="2232712"/>
                </a:lnTo>
                <a:lnTo>
                  <a:pt x="420431" y="2228326"/>
                </a:lnTo>
                <a:lnTo>
                  <a:pt x="444464" y="2215281"/>
                </a:lnTo>
                <a:lnTo>
                  <a:pt x="3989796" y="109665"/>
                </a:lnTo>
                <a:lnTo>
                  <a:pt x="3993587" y="116048"/>
                </a:lnTo>
                <a:lnTo>
                  <a:pt x="4025229" y="96652"/>
                </a:lnTo>
                <a:cubicBezTo>
                  <a:pt x="4300466" y="-37338"/>
                  <a:pt x="4635179" y="-36664"/>
                  <a:pt x="4920239" y="127915"/>
                </a:cubicBezTo>
                <a:lnTo>
                  <a:pt x="5919213" y="704673"/>
                </a:lnTo>
                <a:cubicBezTo>
                  <a:pt x="5958409" y="727303"/>
                  <a:pt x="5995390" y="752295"/>
                  <a:pt x="6030081" y="779366"/>
                </a:cubicBezTo>
                <a:lnTo>
                  <a:pt x="6096000" y="838524"/>
                </a:lnTo>
                <a:lnTo>
                  <a:pt x="6096000" y="7221665"/>
                </a:lnTo>
                <a:close/>
                <a:moveTo>
                  <a:pt x="6221624" y="982469"/>
                </a:moveTo>
                <a:lnTo>
                  <a:pt x="6201936" y="954781"/>
                </a:lnTo>
                <a:lnTo>
                  <a:pt x="6210136" y="964466"/>
                </a:lnTo>
                <a:close/>
                <a:moveTo>
                  <a:pt x="6283768" y="1082992"/>
                </a:moveTo>
                <a:lnTo>
                  <a:pt x="6267120" y="1053774"/>
                </a:lnTo>
                <a:lnTo>
                  <a:pt x="6278411" y="1071469"/>
                </a:lnTo>
                <a:close/>
                <a:moveTo>
                  <a:pt x="6372765" y="1326510"/>
                </a:moveTo>
                <a:lnTo>
                  <a:pt x="6365409" y="1293851"/>
                </a:lnTo>
                <a:lnTo>
                  <a:pt x="6369173" y="1305870"/>
                </a:lnTo>
                <a:close/>
                <a:moveTo>
                  <a:pt x="6391257" y="1442433"/>
                </a:moveTo>
                <a:lnTo>
                  <a:pt x="6387139" y="1409114"/>
                </a:lnTo>
                <a:lnTo>
                  <a:pt x="6390749" y="1429863"/>
                </a:lnTo>
                <a:close/>
                <a:moveTo>
                  <a:pt x="6395847" y="1556116"/>
                </a:moveTo>
                <a:cubicBezTo>
                  <a:pt x="6391855" y="1709831"/>
                  <a:pt x="6350542" y="1864774"/>
                  <a:pt x="6268252" y="2007304"/>
                </a:cubicBezTo>
                <a:lnTo>
                  <a:pt x="6096001" y="2305652"/>
                </a:lnTo>
                <a:lnTo>
                  <a:pt x="6096001" y="2305651"/>
                </a:lnTo>
                <a:lnTo>
                  <a:pt x="6268252" y="2007303"/>
                </a:lnTo>
                <a:cubicBezTo>
                  <a:pt x="6329969" y="1900406"/>
                  <a:pt x="6368637" y="1786526"/>
                  <a:pt x="6385798" y="1671419"/>
                </a:cubicBezTo>
                <a:lnTo>
                  <a:pt x="6395847" y="1556116"/>
                </a:lnTo>
                <a:close/>
              </a:path>
            </a:pathLst>
          </a:custGeom>
          <a:gradFill>
            <a:gsLst>
              <a:gs pos="0">
                <a:srgbClr val="0165C5"/>
              </a:gs>
              <a:gs pos="100000">
                <a:srgbClr val="0165C5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阿里巴巴普惠体" panose="00020600040101010101" pitchFamily="18" charset="-122"/>
              <a:ea typeface="微软雅黑" panose="020B0503020204020204" pitchFamily="34" charset="-122"/>
              <a:sym typeface="Segoe UI" panose="020B0502040204020203" pitchFamily="3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1915" y="375709"/>
            <a:ext cx="2251713" cy="383211"/>
          </a:xfrm>
          <a:prstGeom prst="rect">
            <a:avLst/>
          </a:prstGeom>
        </p:spPr>
      </p:pic>
      <p:grpSp>
        <p:nvGrpSpPr>
          <p:cNvPr id="7" name="组合 6"/>
          <p:cNvGrpSpPr/>
          <p:nvPr/>
        </p:nvGrpSpPr>
        <p:grpSpPr>
          <a:xfrm>
            <a:off x="801093" y="1443871"/>
            <a:ext cx="714694" cy="714694"/>
            <a:chOff x="8289913" y="2508666"/>
            <a:chExt cx="714694" cy="714694"/>
          </a:xfrm>
        </p:grpSpPr>
        <p:sp>
          <p:nvSpPr>
            <p:cNvPr id="8" name="椭圆 7"/>
            <p:cNvSpPr/>
            <p:nvPr/>
          </p:nvSpPr>
          <p:spPr>
            <a:xfrm>
              <a:off x="8289913" y="2508666"/>
              <a:ext cx="714694" cy="714694"/>
            </a:xfrm>
            <a:prstGeom prst="ellipse">
              <a:avLst/>
            </a:prstGeom>
            <a:solidFill>
              <a:srgbClr val="0463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5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endParaRPr>
            </a:p>
          </p:txBody>
        </p:sp>
        <p:sp>
          <p:nvSpPr>
            <p:cNvPr id="10" name="arrow-pointing-left-circular-button_20407"/>
            <p:cNvSpPr>
              <a:spLocks noChangeAspect="1"/>
            </p:cNvSpPr>
            <p:nvPr/>
          </p:nvSpPr>
          <p:spPr bwMode="auto">
            <a:xfrm>
              <a:off x="8444698" y="2663709"/>
              <a:ext cx="405123" cy="404607"/>
            </a:xfrm>
            <a:custGeom>
              <a:avLst/>
              <a:gdLst>
                <a:gd name="T0" fmla="*/ 2307 w 4612"/>
                <a:gd name="T1" fmla="*/ 4614 h 4614"/>
                <a:gd name="T2" fmla="*/ 0 w 4612"/>
                <a:gd name="T3" fmla="*/ 2307 h 4614"/>
                <a:gd name="T4" fmla="*/ 2307 w 4612"/>
                <a:gd name="T5" fmla="*/ 0 h 4614"/>
                <a:gd name="T6" fmla="*/ 4612 w 4612"/>
                <a:gd name="T7" fmla="*/ 2227 h 4614"/>
                <a:gd name="T8" fmla="*/ 2031 w 4612"/>
                <a:gd name="T9" fmla="*/ 2222 h 4614"/>
                <a:gd name="T10" fmla="*/ 2479 w 4612"/>
                <a:gd name="T11" fmla="*/ 1775 h 4614"/>
                <a:gd name="T12" fmla="*/ 2367 w 4612"/>
                <a:gd name="T13" fmla="*/ 1662 h 4614"/>
                <a:gd name="T14" fmla="*/ 1727 w 4612"/>
                <a:gd name="T15" fmla="*/ 2302 h 4614"/>
                <a:gd name="T16" fmla="*/ 2378 w 4612"/>
                <a:gd name="T17" fmla="*/ 2952 h 4614"/>
                <a:gd name="T18" fmla="*/ 2490 w 4612"/>
                <a:gd name="T19" fmla="*/ 2840 h 4614"/>
                <a:gd name="T20" fmla="*/ 2032 w 4612"/>
                <a:gd name="T21" fmla="*/ 2381 h 4614"/>
                <a:gd name="T22" fmla="*/ 4612 w 4612"/>
                <a:gd name="T23" fmla="*/ 2387 h 4614"/>
                <a:gd name="T24" fmla="*/ 2307 w 4612"/>
                <a:gd name="T25" fmla="*/ 4614 h 4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612" h="4614">
                  <a:moveTo>
                    <a:pt x="2307" y="4614"/>
                  </a:moveTo>
                  <a:cubicBezTo>
                    <a:pt x="1035" y="4614"/>
                    <a:pt x="0" y="3579"/>
                    <a:pt x="0" y="2307"/>
                  </a:cubicBezTo>
                  <a:cubicBezTo>
                    <a:pt x="0" y="1035"/>
                    <a:pt x="1035" y="0"/>
                    <a:pt x="2307" y="0"/>
                  </a:cubicBezTo>
                  <a:cubicBezTo>
                    <a:pt x="3553" y="0"/>
                    <a:pt x="4570" y="992"/>
                    <a:pt x="4612" y="2227"/>
                  </a:cubicBezTo>
                  <a:lnTo>
                    <a:pt x="2031" y="2222"/>
                  </a:lnTo>
                  <a:lnTo>
                    <a:pt x="2479" y="1775"/>
                  </a:lnTo>
                  <a:lnTo>
                    <a:pt x="2367" y="1662"/>
                  </a:lnTo>
                  <a:lnTo>
                    <a:pt x="1727" y="2302"/>
                  </a:lnTo>
                  <a:lnTo>
                    <a:pt x="2378" y="2952"/>
                  </a:lnTo>
                  <a:lnTo>
                    <a:pt x="2490" y="2840"/>
                  </a:lnTo>
                  <a:lnTo>
                    <a:pt x="2032" y="2381"/>
                  </a:lnTo>
                  <a:lnTo>
                    <a:pt x="4612" y="2387"/>
                  </a:lnTo>
                  <a:cubicBezTo>
                    <a:pt x="4570" y="3622"/>
                    <a:pt x="3553" y="4614"/>
                    <a:pt x="2307" y="461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endParaRPr>
            </a:p>
          </p:txBody>
        </p:sp>
      </p:grpSp>
      <p:sp>
        <p:nvSpPr>
          <p:cNvPr id="11" name="矩形 3"/>
          <p:cNvSpPr/>
          <p:nvPr/>
        </p:nvSpPr>
        <p:spPr>
          <a:xfrm>
            <a:off x="747487" y="2313608"/>
            <a:ext cx="10697028" cy="407729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endParaRPr lang="ru-RU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阿里巴巴普惠体" panose="00020600040101010101" pitchFamily="18" charset="-122"/>
            </a:endParaRPr>
          </a:p>
        </p:txBody>
      </p:sp>
      <p:sp>
        <p:nvSpPr>
          <p:cNvPr id="15" name="标题 1"/>
          <p:cNvSpPr>
            <a:spLocks noGrp="1"/>
          </p:cNvSpPr>
          <p:nvPr>
            <p:ph type="title" hasCustomPrompt="1"/>
          </p:nvPr>
        </p:nvSpPr>
        <p:spPr>
          <a:xfrm>
            <a:off x="1670572" y="1555775"/>
            <a:ext cx="101273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>
              <a:lnSpc>
                <a:spcPct val="100000"/>
              </a:lnSpc>
              <a:defRPr lang="zh-CN" altLang="en-US" sz="2400" b="1" kern="1200" dirty="0">
                <a:solidFill>
                  <a:srgbClr val="0463C4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/>
            <a:r>
              <a:rPr lang="zh-CN" altLang="en-US" dirty="0"/>
              <a:t>单击此处编辑母版标题样式 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057B88A-48E7-5510-D21C-302607EC0201}"/>
              </a:ext>
            </a:extLst>
          </p:cNvPr>
          <p:cNvSpPr>
            <a:spLocks noGrp="1"/>
          </p:cNvSpPr>
          <p:nvPr/>
        </p:nvSpPr>
        <p:spPr>
          <a:xfrm>
            <a:off x="290830" y="384278"/>
            <a:ext cx="11506835" cy="48430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l">
              <a:lnSpc>
                <a:spcPct val="100000"/>
              </a:lnSpc>
              <a:defRPr lang="zh-CN" altLang="en-US" sz="2400" b="1" kern="1200" dirty="0">
                <a:solidFill>
                  <a:srgbClr val="0463C4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sz="2800" dirty="0">
                <a:solidFill>
                  <a:schemeClr val="bg1"/>
                </a:solidFill>
              </a:rPr>
              <a:t>  </a:t>
            </a:r>
            <a:r>
              <a:rPr lang="en-US" altLang="zh-CN" sz="2800" dirty="0">
                <a:solidFill>
                  <a:schemeClr val="bg1">
                    <a:alpha val="80000"/>
                  </a:schemeClr>
                </a:solidFill>
              </a:rPr>
              <a:t>04</a:t>
            </a:r>
            <a:r>
              <a:rPr lang="en-US" altLang="zh-CN" sz="2800" dirty="0">
                <a:solidFill>
                  <a:srgbClr val="0091D9"/>
                </a:solidFill>
              </a:rPr>
              <a:t>         </a:t>
            </a:r>
            <a:r>
              <a:rPr lang="zh-CN" altLang="en-US" sz="2800" b="1" kern="1200" dirty="0">
                <a:solidFill>
                  <a:srgbClr val="0091D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rPr>
              <a:t>图像取样和量化</a:t>
            </a:r>
            <a:endParaRPr lang="zh-CN" altLang="en-US" sz="2800" dirty="0">
              <a:solidFill>
                <a:srgbClr val="0091D9"/>
              </a:solidFill>
            </a:endParaRPr>
          </a:p>
        </p:txBody>
      </p:sp>
      <p:sp>
        <p:nvSpPr>
          <p:cNvPr id="9" name="内容占位符 22">
            <a:extLst>
              <a:ext uri="{FF2B5EF4-FFF2-40B4-BE49-F238E27FC236}">
                <a16:creationId xmlns:a16="http://schemas.microsoft.com/office/drawing/2014/main" id="{24BB56DF-BF63-A4EA-5908-0B38ECD2F1A9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024731" y="2516808"/>
            <a:ext cx="10142537" cy="323051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/>
            </a:lvl1pPr>
            <a:lvl2pPr>
              <a:defRPr sz="2000"/>
            </a:lvl2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40472188"/>
      </p:ext>
    </p:extLst>
  </p:cSld>
  <p:clrMapOvr>
    <a:masterClrMapping/>
  </p:clrMapOvr>
  <p:transition spd="slow" advTm="0"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159657"/>
            <a:ext cx="12192000" cy="798286"/>
          </a:xfrm>
          <a:prstGeom prst="rect">
            <a:avLst/>
          </a:prstGeom>
          <a:solidFill>
            <a:srgbClr val="D6E8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任意多边形: 形状 3"/>
          <p:cNvSpPr/>
          <p:nvPr/>
        </p:nvSpPr>
        <p:spPr>
          <a:xfrm rot="5400000" flipH="1">
            <a:off x="130629" y="-188683"/>
            <a:ext cx="1219197" cy="1480455"/>
          </a:xfrm>
          <a:custGeom>
            <a:avLst/>
            <a:gdLst>
              <a:gd name="connsiteX0" fmla="*/ 6096001 w 6395847"/>
              <a:gd name="connsiteY0" fmla="*/ 7221665 h 7221666"/>
              <a:gd name="connsiteX1" fmla="*/ 6096001 w 6395847"/>
              <a:gd name="connsiteY1" fmla="*/ 7221666 h 7221666"/>
              <a:gd name="connsiteX2" fmla="*/ 3314700 w 6395847"/>
              <a:gd name="connsiteY2" fmla="*/ 7221666 h 7221666"/>
              <a:gd name="connsiteX3" fmla="*/ 2781301 w 6395847"/>
              <a:gd name="connsiteY3" fmla="*/ 7221666 h 7221666"/>
              <a:gd name="connsiteX4" fmla="*/ 0 w 6395847"/>
              <a:gd name="connsiteY4" fmla="*/ 7221666 h 7221666"/>
              <a:gd name="connsiteX5" fmla="*/ 0 w 6395847"/>
              <a:gd name="connsiteY5" fmla="*/ 3447952 h 7221666"/>
              <a:gd name="connsiteX6" fmla="*/ 1 w 6395847"/>
              <a:gd name="connsiteY6" fmla="*/ 3447952 h 7221666"/>
              <a:gd name="connsiteX7" fmla="*/ 1 w 6395847"/>
              <a:gd name="connsiteY7" fmla="*/ 3019060 h 7221666"/>
              <a:gd name="connsiteX8" fmla="*/ 279301 w 6395847"/>
              <a:gd name="connsiteY8" fmla="*/ 2344769 h 7221666"/>
              <a:gd name="connsiteX9" fmla="*/ 405446 w 6395847"/>
              <a:gd name="connsiteY9" fmla="*/ 2240690 h 7221666"/>
              <a:gd name="connsiteX10" fmla="*/ 404464 w 6395847"/>
              <a:gd name="connsiteY10" fmla="*/ 2239038 h 7221666"/>
              <a:gd name="connsiteX11" fmla="*/ 415115 w 6395847"/>
              <a:gd name="connsiteY11" fmla="*/ 2232712 h 7221666"/>
              <a:gd name="connsiteX12" fmla="*/ 420431 w 6395847"/>
              <a:gd name="connsiteY12" fmla="*/ 2228326 h 7221666"/>
              <a:gd name="connsiteX13" fmla="*/ 444464 w 6395847"/>
              <a:gd name="connsiteY13" fmla="*/ 2215281 h 7221666"/>
              <a:gd name="connsiteX14" fmla="*/ 3989796 w 6395847"/>
              <a:gd name="connsiteY14" fmla="*/ 109665 h 7221666"/>
              <a:gd name="connsiteX15" fmla="*/ 3993587 w 6395847"/>
              <a:gd name="connsiteY15" fmla="*/ 116048 h 7221666"/>
              <a:gd name="connsiteX16" fmla="*/ 4025229 w 6395847"/>
              <a:gd name="connsiteY16" fmla="*/ 96652 h 7221666"/>
              <a:gd name="connsiteX17" fmla="*/ 4920239 w 6395847"/>
              <a:gd name="connsiteY17" fmla="*/ 127915 h 7221666"/>
              <a:gd name="connsiteX18" fmla="*/ 5919213 w 6395847"/>
              <a:gd name="connsiteY18" fmla="*/ 704673 h 7221666"/>
              <a:gd name="connsiteX19" fmla="*/ 6030081 w 6395847"/>
              <a:gd name="connsiteY19" fmla="*/ 779366 h 7221666"/>
              <a:gd name="connsiteX20" fmla="*/ 6096000 w 6395847"/>
              <a:gd name="connsiteY20" fmla="*/ 838524 h 7221666"/>
              <a:gd name="connsiteX21" fmla="*/ 6096000 w 6395847"/>
              <a:gd name="connsiteY21" fmla="*/ 7221665 h 7221666"/>
              <a:gd name="connsiteX22" fmla="*/ 6221624 w 6395847"/>
              <a:gd name="connsiteY22" fmla="*/ 982469 h 7221666"/>
              <a:gd name="connsiteX23" fmla="*/ 6201936 w 6395847"/>
              <a:gd name="connsiteY23" fmla="*/ 954781 h 7221666"/>
              <a:gd name="connsiteX24" fmla="*/ 6210136 w 6395847"/>
              <a:gd name="connsiteY24" fmla="*/ 964466 h 7221666"/>
              <a:gd name="connsiteX25" fmla="*/ 6283768 w 6395847"/>
              <a:gd name="connsiteY25" fmla="*/ 1082992 h 7221666"/>
              <a:gd name="connsiteX26" fmla="*/ 6267120 w 6395847"/>
              <a:gd name="connsiteY26" fmla="*/ 1053774 h 7221666"/>
              <a:gd name="connsiteX27" fmla="*/ 6278411 w 6395847"/>
              <a:gd name="connsiteY27" fmla="*/ 1071469 h 7221666"/>
              <a:gd name="connsiteX28" fmla="*/ 6372765 w 6395847"/>
              <a:gd name="connsiteY28" fmla="*/ 1326510 h 7221666"/>
              <a:gd name="connsiteX29" fmla="*/ 6365409 w 6395847"/>
              <a:gd name="connsiteY29" fmla="*/ 1293851 h 7221666"/>
              <a:gd name="connsiteX30" fmla="*/ 6369173 w 6395847"/>
              <a:gd name="connsiteY30" fmla="*/ 1305870 h 7221666"/>
              <a:gd name="connsiteX31" fmla="*/ 6391257 w 6395847"/>
              <a:gd name="connsiteY31" fmla="*/ 1442433 h 7221666"/>
              <a:gd name="connsiteX32" fmla="*/ 6387139 w 6395847"/>
              <a:gd name="connsiteY32" fmla="*/ 1409114 h 7221666"/>
              <a:gd name="connsiteX33" fmla="*/ 6390749 w 6395847"/>
              <a:gd name="connsiteY33" fmla="*/ 1429863 h 7221666"/>
              <a:gd name="connsiteX34" fmla="*/ 6395847 w 6395847"/>
              <a:gd name="connsiteY34" fmla="*/ 1556116 h 7221666"/>
              <a:gd name="connsiteX35" fmla="*/ 6268252 w 6395847"/>
              <a:gd name="connsiteY35" fmla="*/ 2007304 h 7221666"/>
              <a:gd name="connsiteX36" fmla="*/ 6096001 w 6395847"/>
              <a:gd name="connsiteY36" fmla="*/ 2305652 h 7221666"/>
              <a:gd name="connsiteX37" fmla="*/ 6096001 w 6395847"/>
              <a:gd name="connsiteY37" fmla="*/ 2305651 h 7221666"/>
              <a:gd name="connsiteX38" fmla="*/ 6268252 w 6395847"/>
              <a:gd name="connsiteY38" fmla="*/ 2007303 h 7221666"/>
              <a:gd name="connsiteX39" fmla="*/ 6385798 w 6395847"/>
              <a:gd name="connsiteY39" fmla="*/ 1671419 h 7221666"/>
              <a:gd name="connsiteX40" fmla="*/ 6395847 w 6395847"/>
              <a:gd name="connsiteY40" fmla="*/ 1556116 h 722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6395847" h="7221666">
                <a:moveTo>
                  <a:pt x="6096001" y="7221665"/>
                </a:moveTo>
                <a:lnTo>
                  <a:pt x="6096001" y="7221666"/>
                </a:lnTo>
                <a:lnTo>
                  <a:pt x="3314700" y="7221666"/>
                </a:lnTo>
                <a:lnTo>
                  <a:pt x="2781301" y="7221666"/>
                </a:lnTo>
                <a:lnTo>
                  <a:pt x="0" y="7221666"/>
                </a:lnTo>
                <a:lnTo>
                  <a:pt x="0" y="3447952"/>
                </a:lnTo>
                <a:lnTo>
                  <a:pt x="1" y="3447952"/>
                </a:lnTo>
                <a:lnTo>
                  <a:pt x="1" y="3019060"/>
                </a:lnTo>
                <a:cubicBezTo>
                  <a:pt x="1" y="2755733"/>
                  <a:pt x="106735" y="2517335"/>
                  <a:pt x="279301" y="2344769"/>
                </a:cubicBezTo>
                <a:lnTo>
                  <a:pt x="405446" y="2240690"/>
                </a:lnTo>
                <a:lnTo>
                  <a:pt x="404464" y="2239038"/>
                </a:lnTo>
                <a:lnTo>
                  <a:pt x="415115" y="2232712"/>
                </a:lnTo>
                <a:lnTo>
                  <a:pt x="420431" y="2228326"/>
                </a:lnTo>
                <a:lnTo>
                  <a:pt x="444464" y="2215281"/>
                </a:lnTo>
                <a:lnTo>
                  <a:pt x="3989796" y="109665"/>
                </a:lnTo>
                <a:lnTo>
                  <a:pt x="3993587" y="116048"/>
                </a:lnTo>
                <a:lnTo>
                  <a:pt x="4025229" y="96652"/>
                </a:lnTo>
                <a:cubicBezTo>
                  <a:pt x="4300466" y="-37338"/>
                  <a:pt x="4635179" y="-36664"/>
                  <a:pt x="4920239" y="127915"/>
                </a:cubicBezTo>
                <a:lnTo>
                  <a:pt x="5919213" y="704673"/>
                </a:lnTo>
                <a:cubicBezTo>
                  <a:pt x="5958409" y="727303"/>
                  <a:pt x="5995390" y="752295"/>
                  <a:pt x="6030081" y="779366"/>
                </a:cubicBezTo>
                <a:lnTo>
                  <a:pt x="6096000" y="838524"/>
                </a:lnTo>
                <a:lnTo>
                  <a:pt x="6096000" y="7221665"/>
                </a:lnTo>
                <a:close/>
                <a:moveTo>
                  <a:pt x="6221624" y="982469"/>
                </a:moveTo>
                <a:lnTo>
                  <a:pt x="6201936" y="954781"/>
                </a:lnTo>
                <a:lnTo>
                  <a:pt x="6210136" y="964466"/>
                </a:lnTo>
                <a:close/>
                <a:moveTo>
                  <a:pt x="6283768" y="1082992"/>
                </a:moveTo>
                <a:lnTo>
                  <a:pt x="6267120" y="1053774"/>
                </a:lnTo>
                <a:lnTo>
                  <a:pt x="6278411" y="1071469"/>
                </a:lnTo>
                <a:close/>
                <a:moveTo>
                  <a:pt x="6372765" y="1326510"/>
                </a:moveTo>
                <a:lnTo>
                  <a:pt x="6365409" y="1293851"/>
                </a:lnTo>
                <a:lnTo>
                  <a:pt x="6369173" y="1305870"/>
                </a:lnTo>
                <a:close/>
                <a:moveTo>
                  <a:pt x="6391257" y="1442433"/>
                </a:moveTo>
                <a:lnTo>
                  <a:pt x="6387139" y="1409114"/>
                </a:lnTo>
                <a:lnTo>
                  <a:pt x="6390749" y="1429863"/>
                </a:lnTo>
                <a:close/>
                <a:moveTo>
                  <a:pt x="6395847" y="1556116"/>
                </a:moveTo>
                <a:cubicBezTo>
                  <a:pt x="6391855" y="1709831"/>
                  <a:pt x="6350542" y="1864774"/>
                  <a:pt x="6268252" y="2007304"/>
                </a:cubicBezTo>
                <a:lnTo>
                  <a:pt x="6096001" y="2305652"/>
                </a:lnTo>
                <a:lnTo>
                  <a:pt x="6096001" y="2305651"/>
                </a:lnTo>
                <a:lnTo>
                  <a:pt x="6268252" y="2007303"/>
                </a:lnTo>
                <a:cubicBezTo>
                  <a:pt x="6329969" y="1900406"/>
                  <a:pt x="6368637" y="1786526"/>
                  <a:pt x="6385798" y="1671419"/>
                </a:cubicBezTo>
                <a:lnTo>
                  <a:pt x="6395847" y="1556116"/>
                </a:lnTo>
                <a:close/>
              </a:path>
            </a:pathLst>
          </a:custGeom>
          <a:gradFill>
            <a:gsLst>
              <a:gs pos="0">
                <a:srgbClr val="0165C5"/>
              </a:gs>
              <a:gs pos="100000">
                <a:srgbClr val="0165C5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阿里巴巴普惠体" panose="00020600040101010101" pitchFamily="18" charset="-122"/>
              <a:ea typeface="微软雅黑" panose="020B0503020204020204" pitchFamily="34" charset="-122"/>
              <a:sym typeface="Segoe UI" panose="020B0502040204020203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670572" y="1555775"/>
            <a:ext cx="101273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>
              <a:lnSpc>
                <a:spcPct val="100000"/>
              </a:lnSpc>
              <a:defRPr lang="zh-CN" altLang="en-US" sz="2400" b="1" kern="1200" dirty="0">
                <a:solidFill>
                  <a:srgbClr val="0463C4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/>
            <a:r>
              <a:rPr lang="zh-CN" altLang="en-US" dirty="0"/>
              <a:t>单击此处编辑母版标题样式 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1915" y="375709"/>
            <a:ext cx="2251713" cy="383211"/>
          </a:xfrm>
          <a:prstGeom prst="rect">
            <a:avLst/>
          </a:prstGeom>
        </p:spPr>
      </p:pic>
      <p:grpSp>
        <p:nvGrpSpPr>
          <p:cNvPr id="6" name="组合 5"/>
          <p:cNvGrpSpPr/>
          <p:nvPr/>
        </p:nvGrpSpPr>
        <p:grpSpPr>
          <a:xfrm>
            <a:off x="801093" y="1443871"/>
            <a:ext cx="714694" cy="714694"/>
            <a:chOff x="8289913" y="2508666"/>
            <a:chExt cx="714694" cy="714694"/>
          </a:xfrm>
        </p:grpSpPr>
        <p:sp>
          <p:nvSpPr>
            <p:cNvPr id="7" name="椭圆 6"/>
            <p:cNvSpPr/>
            <p:nvPr/>
          </p:nvSpPr>
          <p:spPr>
            <a:xfrm>
              <a:off x="8289913" y="2508666"/>
              <a:ext cx="714694" cy="714694"/>
            </a:xfrm>
            <a:prstGeom prst="ellipse">
              <a:avLst/>
            </a:prstGeom>
            <a:solidFill>
              <a:srgbClr val="0463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5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endParaRPr>
            </a:p>
          </p:txBody>
        </p:sp>
        <p:sp>
          <p:nvSpPr>
            <p:cNvPr id="8" name="arrow-pointing-left-circular-button_20407"/>
            <p:cNvSpPr>
              <a:spLocks noChangeAspect="1"/>
            </p:cNvSpPr>
            <p:nvPr/>
          </p:nvSpPr>
          <p:spPr bwMode="auto">
            <a:xfrm>
              <a:off x="8444698" y="2663709"/>
              <a:ext cx="405123" cy="404607"/>
            </a:xfrm>
            <a:custGeom>
              <a:avLst/>
              <a:gdLst>
                <a:gd name="T0" fmla="*/ 2307 w 4612"/>
                <a:gd name="T1" fmla="*/ 4614 h 4614"/>
                <a:gd name="T2" fmla="*/ 0 w 4612"/>
                <a:gd name="T3" fmla="*/ 2307 h 4614"/>
                <a:gd name="T4" fmla="*/ 2307 w 4612"/>
                <a:gd name="T5" fmla="*/ 0 h 4614"/>
                <a:gd name="T6" fmla="*/ 4612 w 4612"/>
                <a:gd name="T7" fmla="*/ 2227 h 4614"/>
                <a:gd name="T8" fmla="*/ 2031 w 4612"/>
                <a:gd name="T9" fmla="*/ 2222 h 4614"/>
                <a:gd name="T10" fmla="*/ 2479 w 4612"/>
                <a:gd name="T11" fmla="*/ 1775 h 4614"/>
                <a:gd name="T12" fmla="*/ 2367 w 4612"/>
                <a:gd name="T13" fmla="*/ 1662 h 4614"/>
                <a:gd name="T14" fmla="*/ 1727 w 4612"/>
                <a:gd name="T15" fmla="*/ 2302 h 4614"/>
                <a:gd name="T16" fmla="*/ 2378 w 4612"/>
                <a:gd name="T17" fmla="*/ 2952 h 4614"/>
                <a:gd name="T18" fmla="*/ 2490 w 4612"/>
                <a:gd name="T19" fmla="*/ 2840 h 4614"/>
                <a:gd name="T20" fmla="*/ 2032 w 4612"/>
                <a:gd name="T21" fmla="*/ 2381 h 4614"/>
                <a:gd name="T22" fmla="*/ 4612 w 4612"/>
                <a:gd name="T23" fmla="*/ 2387 h 4614"/>
                <a:gd name="T24" fmla="*/ 2307 w 4612"/>
                <a:gd name="T25" fmla="*/ 4614 h 4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612" h="4614">
                  <a:moveTo>
                    <a:pt x="2307" y="4614"/>
                  </a:moveTo>
                  <a:cubicBezTo>
                    <a:pt x="1035" y="4614"/>
                    <a:pt x="0" y="3579"/>
                    <a:pt x="0" y="2307"/>
                  </a:cubicBezTo>
                  <a:cubicBezTo>
                    <a:pt x="0" y="1035"/>
                    <a:pt x="1035" y="0"/>
                    <a:pt x="2307" y="0"/>
                  </a:cubicBezTo>
                  <a:cubicBezTo>
                    <a:pt x="3553" y="0"/>
                    <a:pt x="4570" y="992"/>
                    <a:pt x="4612" y="2227"/>
                  </a:cubicBezTo>
                  <a:lnTo>
                    <a:pt x="2031" y="2222"/>
                  </a:lnTo>
                  <a:lnTo>
                    <a:pt x="2479" y="1775"/>
                  </a:lnTo>
                  <a:lnTo>
                    <a:pt x="2367" y="1662"/>
                  </a:lnTo>
                  <a:lnTo>
                    <a:pt x="1727" y="2302"/>
                  </a:lnTo>
                  <a:lnTo>
                    <a:pt x="2378" y="2952"/>
                  </a:lnTo>
                  <a:lnTo>
                    <a:pt x="2490" y="2840"/>
                  </a:lnTo>
                  <a:lnTo>
                    <a:pt x="2032" y="2381"/>
                  </a:lnTo>
                  <a:lnTo>
                    <a:pt x="4612" y="2387"/>
                  </a:lnTo>
                  <a:cubicBezTo>
                    <a:pt x="4570" y="3622"/>
                    <a:pt x="3553" y="4614"/>
                    <a:pt x="2307" y="461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endParaRPr>
            </a:p>
          </p:txBody>
        </p:sp>
      </p:grpSp>
      <p:sp>
        <p:nvSpPr>
          <p:cNvPr id="9" name="标题 1"/>
          <p:cNvSpPr>
            <a:spLocks noGrp="1"/>
          </p:cNvSpPr>
          <p:nvPr/>
        </p:nvSpPr>
        <p:spPr>
          <a:xfrm>
            <a:off x="290830" y="384278"/>
            <a:ext cx="11506835" cy="48430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l">
              <a:lnSpc>
                <a:spcPct val="100000"/>
              </a:lnSpc>
              <a:defRPr lang="zh-CN" altLang="en-US" sz="2400" b="1" kern="1200" dirty="0">
                <a:solidFill>
                  <a:srgbClr val="0463C4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sz="2800" dirty="0">
                <a:solidFill>
                  <a:schemeClr val="bg1"/>
                </a:solidFill>
              </a:rPr>
              <a:t>  </a:t>
            </a:r>
            <a:r>
              <a:rPr lang="en-US" altLang="zh-CN" sz="2800" dirty="0">
                <a:solidFill>
                  <a:schemeClr val="bg1">
                    <a:alpha val="80000"/>
                  </a:schemeClr>
                </a:solidFill>
              </a:rPr>
              <a:t>05</a:t>
            </a:r>
            <a:r>
              <a:rPr lang="en-US" altLang="zh-CN" sz="2800" dirty="0">
                <a:solidFill>
                  <a:srgbClr val="0091D9"/>
                </a:solidFill>
              </a:rPr>
              <a:t>         </a:t>
            </a:r>
            <a:r>
              <a:rPr lang="zh-CN" altLang="en-US" sz="2800" dirty="0">
                <a:solidFill>
                  <a:srgbClr val="0091D9"/>
                </a:solidFill>
              </a:rPr>
              <a:t>像素间的一些基本关系</a:t>
            </a:r>
          </a:p>
        </p:txBody>
      </p:sp>
      <p:sp>
        <p:nvSpPr>
          <p:cNvPr id="5" name="内容占位符 13">
            <a:extLst>
              <a:ext uri="{FF2B5EF4-FFF2-40B4-BE49-F238E27FC236}">
                <a16:creationId xmlns:a16="http://schemas.microsoft.com/office/drawing/2014/main" id="{6E79D8BC-98D0-2C9D-86DF-19477EF33759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01093" y="2432500"/>
            <a:ext cx="10652971" cy="3540427"/>
          </a:xfrm>
          <a:prstGeom prst="rect">
            <a:avLst/>
          </a:prstGeom>
        </p:spPr>
        <p:txBody>
          <a:bodyPr/>
          <a:lstStyle>
            <a:lvl1pPr eaLnBrk="1" fontAlgn="auto" latinLnBrk="0" hangingPunct="1">
              <a:lnSpc>
                <a:spcPct val="150000"/>
              </a:lnSpc>
              <a:defRPr sz="2000"/>
            </a:lvl1pPr>
            <a:lvl2pPr eaLnBrk="1" fontAlgn="auto" latinLnBrk="0" hangingPunct="1">
              <a:lnSpc>
                <a:spcPct val="150000"/>
              </a:lnSpc>
              <a:defRPr sz="2000"/>
            </a:lvl2pPr>
            <a:lvl3pPr eaLnBrk="1" fontAlgn="auto" latinLnBrk="0" hangingPunct="1">
              <a:lnSpc>
                <a:spcPct val="150000"/>
              </a:lnSpc>
              <a:defRPr sz="2000"/>
            </a:lvl3pPr>
            <a:lvl4pPr eaLnBrk="1" fontAlgn="auto" latinLnBrk="0" hangingPunct="1">
              <a:lnSpc>
                <a:spcPct val="150000"/>
              </a:lnSpc>
              <a:defRPr sz="2000"/>
            </a:lvl4pPr>
            <a:lvl5pPr eaLnBrk="1" fontAlgn="auto" latinLnBrk="0" hangingPunct="1">
              <a:lnSpc>
                <a:spcPct val="150000"/>
              </a:lnSpc>
              <a:defRPr sz="20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3276983"/>
      </p:ext>
    </p:extLst>
  </p:cSld>
  <p:clrMapOvr>
    <a:masterClrMapping/>
  </p:clrMapOvr>
  <p:transition spd="slow" advTm="0">
    <p:wipe dir="r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159657"/>
            <a:ext cx="12192000" cy="798286"/>
          </a:xfrm>
          <a:prstGeom prst="rect">
            <a:avLst/>
          </a:prstGeom>
          <a:solidFill>
            <a:srgbClr val="D6E8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任意多边形: 形状 3"/>
          <p:cNvSpPr/>
          <p:nvPr/>
        </p:nvSpPr>
        <p:spPr>
          <a:xfrm rot="5400000" flipH="1">
            <a:off x="130629" y="-188683"/>
            <a:ext cx="1219197" cy="1480455"/>
          </a:xfrm>
          <a:custGeom>
            <a:avLst/>
            <a:gdLst>
              <a:gd name="connsiteX0" fmla="*/ 6096001 w 6395847"/>
              <a:gd name="connsiteY0" fmla="*/ 7221665 h 7221666"/>
              <a:gd name="connsiteX1" fmla="*/ 6096001 w 6395847"/>
              <a:gd name="connsiteY1" fmla="*/ 7221666 h 7221666"/>
              <a:gd name="connsiteX2" fmla="*/ 3314700 w 6395847"/>
              <a:gd name="connsiteY2" fmla="*/ 7221666 h 7221666"/>
              <a:gd name="connsiteX3" fmla="*/ 2781301 w 6395847"/>
              <a:gd name="connsiteY3" fmla="*/ 7221666 h 7221666"/>
              <a:gd name="connsiteX4" fmla="*/ 0 w 6395847"/>
              <a:gd name="connsiteY4" fmla="*/ 7221666 h 7221666"/>
              <a:gd name="connsiteX5" fmla="*/ 0 w 6395847"/>
              <a:gd name="connsiteY5" fmla="*/ 3447952 h 7221666"/>
              <a:gd name="connsiteX6" fmla="*/ 1 w 6395847"/>
              <a:gd name="connsiteY6" fmla="*/ 3447952 h 7221666"/>
              <a:gd name="connsiteX7" fmla="*/ 1 w 6395847"/>
              <a:gd name="connsiteY7" fmla="*/ 3019060 h 7221666"/>
              <a:gd name="connsiteX8" fmla="*/ 279301 w 6395847"/>
              <a:gd name="connsiteY8" fmla="*/ 2344769 h 7221666"/>
              <a:gd name="connsiteX9" fmla="*/ 405446 w 6395847"/>
              <a:gd name="connsiteY9" fmla="*/ 2240690 h 7221666"/>
              <a:gd name="connsiteX10" fmla="*/ 404464 w 6395847"/>
              <a:gd name="connsiteY10" fmla="*/ 2239038 h 7221666"/>
              <a:gd name="connsiteX11" fmla="*/ 415115 w 6395847"/>
              <a:gd name="connsiteY11" fmla="*/ 2232712 h 7221666"/>
              <a:gd name="connsiteX12" fmla="*/ 420431 w 6395847"/>
              <a:gd name="connsiteY12" fmla="*/ 2228326 h 7221666"/>
              <a:gd name="connsiteX13" fmla="*/ 444464 w 6395847"/>
              <a:gd name="connsiteY13" fmla="*/ 2215281 h 7221666"/>
              <a:gd name="connsiteX14" fmla="*/ 3989796 w 6395847"/>
              <a:gd name="connsiteY14" fmla="*/ 109665 h 7221666"/>
              <a:gd name="connsiteX15" fmla="*/ 3993587 w 6395847"/>
              <a:gd name="connsiteY15" fmla="*/ 116048 h 7221666"/>
              <a:gd name="connsiteX16" fmla="*/ 4025229 w 6395847"/>
              <a:gd name="connsiteY16" fmla="*/ 96652 h 7221666"/>
              <a:gd name="connsiteX17" fmla="*/ 4920239 w 6395847"/>
              <a:gd name="connsiteY17" fmla="*/ 127915 h 7221666"/>
              <a:gd name="connsiteX18" fmla="*/ 5919213 w 6395847"/>
              <a:gd name="connsiteY18" fmla="*/ 704673 h 7221666"/>
              <a:gd name="connsiteX19" fmla="*/ 6030081 w 6395847"/>
              <a:gd name="connsiteY19" fmla="*/ 779366 h 7221666"/>
              <a:gd name="connsiteX20" fmla="*/ 6096000 w 6395847"/>
              <a:gd name="connsiteY20" fmla="*/ 838524 h 7221666"/>
              <a:gd name="connsiteX21" fmla="*/ 6096000 w 6395847"/>
              <a:gd name="connsiteY21" fmla="*/ 7221665 h 7221666"/>
              <a:gd name="connsiteX22" fmla="*/ 6221624 w 6395847"/>
              <a:gd name="connsiteY22" fmla="*/ 982469 h 7221666"/>
              <a:gd name="connsiteX23" fmla="*/ 6201936 w 6395847"/>
              <a:gd name="connsiteY23" fmla="*/ 954781 h 7221666"/>
              <a:gd name="connsiteX24" fmla="*/ 6210136 w 6395847"/>
              <a:gd name="connsiteY24" fmla="*/ 964466 h 7221666"/>
              <a:gd name="connsiteX25" fmla="*/ 6283768 w 6395847"/>
              <a:gd name="connsiteY25" fmla="*/ 1082992 h 7221666"/>
              <a:gd name="connsiteX26" fmla="*/ 6267120 w 6395847"/>
              <a:gd name="connsiteY26" fmla="*/ 1053774 h 7221666"/>
              <a:gd name="connsiteX27" fmla="*/ 6278411 w 6395847"/>
              <a:gd name="connsiteY27" fmla="*/ 1071469 h 7221666"/>
              <a:gd name="connsiteX28" fmla="*/ 6372765 w 6395847"/>
              <a:gd name="connsiteY28" fmla="*/ 1326510 h 7221666"/>
              <a:gd name="connsiteX29" fmla="*/ 6365409 w 6395847"/>
              <a:gd name="connsiteY29" fmla="*/ 1293851 h 7221666"/>
              <a:gd name="connsiteX30" fmla="*/ 6369173 w 6395847"/>
              <a:gd name="connsiteY30" fmla="*/ 1305870 h 7221666"/>
              <a:gd name="connsiteX31" fmla="*/ 6391257 w 6395847"/>
              <a:gd name="connsiteY31" fmla="*/ 1442433 h 7221666"/>
              <a:gd name="connsiteX32" fmla="*/ 6387139 w 6395847"/>
              <a:gd name="connsiteY32" fmla="*/ 1409114 h 7221666"/>
              <a:gd name="connsiteX33" fmla="*/ 6390749 w 6395847"/>
              <a:gd name="connsiteY33" fmla="*/ 1429863 h 7221666"/>
              <a:gd name="connsiteX34" fmla="*/ 6395847 w 6395847"/>
              <a:gd name="connsiteY34" fmla="*/ 1556116 h 7221666"/>
              <a:gd name="connsiteX35" fmla="*/ 6268252 w 6395847"/>
              <a:gd name="connsiteY35" fmla="*/ 2007304 h 7221666"/>
              <a:gd name="connsiteX36" fmla="*/ 6096001 w 6395847"/>
              <a:gd name="connsiteY36" fmla="*/ 2305652 h 7221666"/>
              <a:gd name="connsiteX37" fmla="*/ 6096001 w 6395847"/>
              <a:gd name="connsiteY37" fmla="*/ 2305651 h 7221666"/>
              <a:gd name="connsiteX38" fmla="*/ 6268252 w 6395847"/>
              <a:gd name="connsiteY38" fmla="*/ 2007303 h 7221666"/>
              <a:gd name="connsiteX39" fmla="*/ 6385798 w 6395847"/>
              <a:gd name="connsiteY39" fmla="*/ 1671419 h 7221666"/>
              <a:gd name="connsiteX40" fmla="*/ 6395847 w 6395847"/>
              <a:gd name="connsiteY40" fmla="*/ 1556116 h 722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6395847" h="7221666">
                <a:moveTo>
                  <a:pt x="6096001" y="7221665"/>
                </a:moveTo>
                <a:lnTo>
                  <a:pt x="6096001" y="7221666"/>
                </a:lnTo>
                <a:lnTo>
                  <a:pt x="3314700" y="7221666"/>
                </a:lnTo>
                <a:lnTo>
                  <a:pt x="2781301" y="7221666"/>
                </a:lnTo>
                <a:lnTo>
                  <a:pt x="0" y="7221666"/>
                </a:lnTo>
                <a:lnTo>
                  <a:pt x="0" y="3447952"/>
                </a:lnTo>
                <a:lnTo>
                  <a:pt x="1" y="3447952"/>
                </a:lnTo>
                <a:lnTo>
                  <a:pt x="1" y="3019060"/>
                </a:lnTo>
                <a:cubicBezTo>
                  <a:pt x="1" y="2755733"/>
                  <a:pt x="106735" y="2517335"/>
                  <a:pt x="279301" y="2344769"/>
                </a:cubicBezTo>
                <a:lnTo>
                  <a:pt x="405446" y="2240690"/>
                </a:lnTo>
                <a:lnTo>
                  <a:pt x="404464" y="2239038"/>
                </a:lnTo>
                <a:lnTo>
                  <a:pt x="415115" y="2232712"/>
                </a:lnTo>
                <a:lnTo>
                  <a:pt x="420431" y="2228326"/>
                </a:lnTo>
                <a:lnTo>
                  <a:pt x="444464" y="2215281"/>
                </a:lnTo>
                <a:lnTo>
                  <a:pt x="3989796" y="109665"/>
                </a:lnTo>
                <a:lnTo>
                  <a:pt x="3993587" y="116048"/>
                </a:lnTo>
                <a:lnTo>
                  <a:pt x="4025229" y="96652"/>
                </a:lnTo>
                <a:cubicBezTo>
                  <a:pt x="4300466" y="-37338"/>
                  <a:pt x="4635179" y="-36664"/>
                  <a:pt x="4920239" y="127915"/>
                </a:cubicBezTo>
                <a:lnTo>
                  <a:pt x="5919213" y="704673"/>
                </a:lnTo>
                <a:cubicBezTo>
                  <a:pt x="5958409" y="727303"/>
                  <a:pt x="5995390" y="752295"/>
                  <a:pt x="6030081" y="779366"/>
                </a:cubicBezTo>
                <a:lnTo>
                  <a:pt x="6096000" y="838524"/>
                </a:lnTo>
                <a:lnTo>
                  <a:pt x="6096000" y="7221665"/>
                </a:lnTo>
                <a:close/>
                <a:moveTo>
                  <a:pt x="6221624" y="982469"/>
                </a:moveTo>
                <a:lnTo>
                  <a:pt x="6201936" y="954781"/>
                </a:lnTo>
                <a:lnTo>
                  <a:pt x="6210136" y="964466"/>
                </a:lnTo>
                <a:close/>
                <a:moveTo>
                  <a:pt x="6283768" y="1082992"/>
                </a:moveTo>
                <a:lnTo>
                  <a:pt x="6267120" y="1053774"/>
                </a:lnTo>
                <a:lnTo>
                  <a:pt x="6278411" y="1071469"/>
                </a:lnTo>
                <a:close/>
                <a:moveTo>
                  <a:pt x="6372765" y="1326510"/>
                </a:moveTo>
                <a:lnTo>
                  <a:pt x="6365409" y="1293851"/>
                </a:lnTo>
                <a:lnTo>
                  <a:pt x="6369173" y="1305870"/>
                </a:lnTo>
                <a:close/>
                <a:moveTo>
                  <a:pt x="6391257" y="1442433"/>
                </a:moveTo>
                <a:lnTo>
                  <a:pt x="6387139" y="1409114"/>
                </a:lnTo>
                <a:lnTo>
                  <a:pt x="6390749" y="1429863"/>
                </a:lnTo>
                <a:close/>
                <a:moveTo>
                  <a:pt x="6395847" y="1556116"/>
                </a:moveTo>
                <a:cubicBezTo>
                  <a:pt x="6391855" y="1709831"/>
                  <a:pt x="6350542" y="1864774"/>
                  <a:pt x="6268252" y="2007304"/>
                </a:cubicBezTo>
                <a:lnTo>
                  <a:pt x="6096001" y="2305652"/>
                </a:lnTo>
                <a:lnTo>
                  <a:pt x="6096001" y="2305651"/>
                </a:lnTo>
                <a:lnTo>
                  <a:pt x="6268252" y="2007303"/>
                </a:lnTo>
                <a:cubicBezTo>
                  <a:pt x="6329969" y="1900406"/>
                  <a:pt x="6368637" y="1786526"/>
                  <a:pt x="6385798" y="1671419"/>
                </a:cubicBezTo>
                <a:lnTo>
                  <a:pt x="6395847" y="1556116"/>
                </a:lnTo>
                <a:close/>
              </a:path>
            </a:pathLst>
          </a:custGeom>
          <a:gradFill>
            <a:gsLst>
              <a:gs pos="0">
                <a:srgbClr val="0165C5"/>
              </a:gs>
              <a:gs pos="100000">
                <a:srgbClr val="0165C5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阿里巴巴普惠体" panose="00020600040101010101" pitchFamily="18" charset="-122"/>
              <a:ea typeface="微软雅黑" panose="020B0503020204020204" pitchFamily="34" charset="-122"/>
              <a:sym typeface="Segoe UI" panose="020B0502040204020203" pitchFamily="3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1915" y="375709"/>
            <a:ext cx="2251713" cy="383211"/>
          </a:xfrm>
          <a:prstGeom prst="rect">
            <a:avLst/>
          </a:prstGeom>
        </p:spPr>
      </p:pic>
      <p:grpSp>
        <p:nvGrpSpPr>
          <p:cNvPr id="7" name="组合 6"/>
          <p:cNvGrpSpPr/>
          <p:nvPr/>
        </p:nvGrpSpPr>
        <p:grpSpPr>
          <a:xfrm>
            <a:off x="801093" y="1443871"/>
            <a:ext cx="714694" cy="714694"/>
            <a:chOff x="8289913" y="2508666"/>
            <a:chExt cx="714694" cy="714694"/>
          </a:xfrm>
        </p:grpSpPr>
        <p:sp>
          <p:nvSpPr>
            <p:cNvPr id="8" name="椭圆 7"/>
            <p:cNvSpPr/>
            <p:nvPr/>
          </p:nvSpPr>
          <p:spPr>
            <a:xfrm>
              <a:off x="8289913" y="2508666"/>
              <a:ext cx="714694" cy="714694"/>
            </a:xfrm>
            <a:prstGeom prst="ellipse">
              <a:avLst/>
            </a:prstGeom>
            <a:solidFill>
              <a:srgbClr val="0463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5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endParaRPr>
            </a:p>
          </p:txBody>
        </p:sp>
        <p:sp>
          <p:nvSpPr>
            <p:cNvPr id="10" name="arrow-pointing-left-circular-button_20407"/>
            <p:cNvSpPr>
              <a:spLocks noChangeAspect="1"/>
            </p:cNvSpPr>
            <p:nvPr/>
          </p:nvSpPr>
          <p:spPr bwMode="auto">
            <a:xfrm>
              <a:off x="8444698" y="2663709"/>
              <a:ext cx="405123" cy="404607"/>
            </a:xfrm>
            <a:custGeom>
              <a:avLst/>
              <a:gdLst>
                <a:gd name="T0" fmla="*/ 2307 w 4612"/>
                <a:gd name="T1" fmla="*/ 4614 h 4614"/>
                <a:gd name="T2" fmla="*/ 0 w 4612"/>
                <a:gd name="T3" fmla="*/ 2307 h 4614"/>
                <a:gd name="T4" fmla="*/ 2307 w 4612"/>
                <a:gd name="T5" fmla="*/ 0 h 4614"/>
                <a:gd name="T6" fmla="*/ 4612 w 4612"/>
                <a:gd name="T7" fmla="*/ 2227 h 4614"/>
                <a:gd name="T8" fmla="*/ 2031 w 4612"/>
                <a:gd name="T9" fmla="*/ 2222 h 4614"/>
                <a:gd name="T10" fmla="*/ 2479 w 4612"/>
                <a:gd name="T11" fmla="*/ 1775 h 4614"/>
                <a:gd name="T12" fmla="*/ 2367 w 4612"/>
                <a:gd name="T13" fmla="*/ 1662 h 4614"/>
                <a:gd name="T14" fmla="*/ 1727 w 4612"/>
                <a:gd name="T15" fmla="*/ 2302 h 4614"/>
                <a:gd name="T16" fmla="*/ 2378 w 4612"/>
                <a:gd name="T17" fmla="*/ 2952 h 4614"/>
                <a:gd name="T18" fmla="*/ 2490 w 4612"/>
                <a:gd name="T19" fmla="*/ 2840 h 4614"/>
                <a:gd name="T20" fmla="*/ 2032 w 4612"/>
                <a:gd name="T21" fmla="*/ 2381 h 4614"/>
                <a:gd name="T22" fmla="*/ 4612 w 4612"/>
                <a:gd name="T23" fmla="*/ 2387 h 4614"/>
                <a:gd name="T24" fmla="*/ 2307 w 4612"/>
                <a:gd name="T25" fmla="*/ 4614 h 4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612" h="4614">
                  <a:moveTo>
                    <a:pt x="2307" y="4614"/>
                  </a:moveTo>
                  <a:cubicBezTo>
                    <a:pt x="1035" y="4614"/>
                    <a:pt x="0" y="3579"/>
                    <a:pt x="0" y="2307"/>
                  </a:cubicBezTo>
                  <a:cubicBezTo>
                    <a:pt x="0" y="1035"/>
                    <a:pt x="1035" y="0"/>
                    <a:pt x="2307" y="0"/>
                  </a:cubicBezTo>
                  <a:cubicBezTo>
                    <a:pt x="3553" y="0"/>
                    <a:pt x="4570" y="992"/>
                    <a:pt x="4612" y="2227"/>
                  </a:cubicBezTo>
                  <a:lnTo>
                    <a:pt x="2031" y="2222"/>
                  </a:lnTo>
                  <a:lnTo>
                    <a:pt x="2479" y="1775"/>
                  </a:lnTo>
                  <a:lnTo>
                    <a:pt x="2367" y="1662"/>
                  </a:lnTo>
                  <a:lnTo>
                    <a:pt x="1727" y="2302"/>
                  </a:lnTo>
                  <a:lnTo>
                    <a:pt x="2378" y="2952"/>
                  </a:lnTo>
                  <a:lnTo>
                    <a:pt x="2490" y="2840"/>
                  </a:lnTo>
                  <a:lnTo>
                    <a:pt x="2032" y="2381"/>
                  </a:lnTo>
                  <a:lnTo>
                    <a:pt x="4612" y="2387"/>
                  </a:lnTo>
                  <a:cubicBezTo>
                    <a:pt x="4570" y="3622"/>
                    <a:pt x="3553" y="4614"/>
                    <a:pt x="2307" y="461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endParaRPr>
            </a:p>
          </p:txBody>
        </p:sp>
      </p:grpSp>
      <p:sp>
        <p:nvSpPr>
          <p:cNvPr id="11" name="矩形 3"/>
          <p:cNvSpPr/>
          <p:nvPr/>
        </p:nvSpPr>
        <p:spPr>
          <a:xfrm>
            <a:off x="747487" y="2313608"/>
            <a:ext cx="10697028" cy="407729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endParaRPr lang="ru-RU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阿里巴巴普惠体" panose="00020600040101010101" pitchFamily="18" charset="-122"/>
            </a:endParaRPr>
          </a:p>
        </p:txBody>
      </p:sp>
      <p:sp>
        <p:nvSpPr>
          <p:cNvPr id="15" name="标题 1"/>
          <p:cNvSpPr>
            <a:spLocks noGrp="1"/>
          </p:cNvSpPr>
          <p:nvPr>
            <p:ph type="title" hasCustomPrompt="1"/>
          </p:nvPr>
        </p:nvSpPr>
        <p:spPr>
          <a:xfrm>
            <a:off x="1670572" y="1555775"/>
            <a:ext cx="101273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>
              <a:lnSpc>
                <a:spcPct val="100000"/>
              </a:lnSpc>
              <a:defRPr lang="zh-CN" altLang="en-US" sz="2400" b="1" kern="1200" dirty="0">
                <a:solidFill>
                  <a:srgbClr val="0463C4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/>
            <a:r>
              <a:rPr lang="zh-CN" altLang="en-US" dirty="0"/>
              <a:t>单击此处编辑母版标题样式 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057B88A-48E7-5510-D21C-302607EC0201}"/>
              </a:ext>
            </a:extLst>
          </p:cNvPr>
          <p:cNvSpPr>
            <a:spLocks noGrp="1"/>
          </p:cNvSpPr>
          <p:nvPr/>
        </p:nvSpPr>
        <p:spPr>
          <a:xfrm>
            <a:off x="290830" y="384278"/>
            <a:ext cx="11506835" cy="48430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l">
              <a:lnSpc>
                <a:spcPct val="100000"/>
              </a:lnSpc>
              <a:defRPr lang="zh-CN" altLang="en-US" sz="2400" b="1" kern="1200" dirty="0">
                <a:solidFill>
                  <a:srgbClr val="0463C4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sz="2800" dirty="0">
                <a:solidFill>
                  <a:schemeClr val="bg1"/>
                </a:solidFill>
              </a:rPr>
              <a:t>  </a:t>
            </a:r>
            <a:r>
              <a:rPr lang="en-US" altLang="zh-CN" sz="2800" dirty="0">
                <a:solidFill>
                  <a:schemeClr val="bg1">
                    <a:alpha val="80000"/>
                  </a:schemeClr>
                </a:solidFill>
              </a:rPr>
              <a:t>05</a:t>
            </a:r>
            <a:r>
              <a:rPr lang="en-US" altLang="zh-CN" sz="2800" dirty="0">
                <a:solidFill>
                  <a:srgbClr val="0091D9"/>
                </a:solidFill>
              </a:rPr>
              <a:t>         </a:t>
            </a:r>
            <a:r>
              <a:rPr lang="zh-CN" altLang="en-US" sz="2800" dirty="0">
                <a:solidFill>
                  <a:srgbClr val="0091D9"/>
                </a:solidFill>
              </a:rPr>
              <a:t>像素间的一些基本关系</a:t>
            </a:r>
          </a:p>
        </p:txBody>
      </p:sp>
      <p:sp>
        <p:nvSpPr>
          <p:cNvPr id="9" name="内容占位符 22">
            <a:extLst>
              <a:ext uri="{FF2B5EF4-FFF2-40B4-BE49-F238E27FC236}">
                <a16:creationId xmlns:a16="http://schemas.microsoft.com/office/drawing/2014/main" id="{24BB56DF-BF63-A4EA-5908-0B38ECD2F1A9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024731" y="2516808"/>
            <a:ext cx="10142537" cy="323051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/>
            </a:lvl1pPr>
            <a:lvl2pPr>
              <a:defRPr sz="2000"/>
            </a:lvl2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3568721"/>
      </p:ext>
    </p:extLst>
  </p:cSld>
  <p:clrMapOvr>
    <a:masterClrMapping/>
  </p:clrMapOvr>
  <p:transition spd="slow" advTm="0">
    <p:wipe dir="r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159657"/>
            <a:ext cx="12192000" cy="798286"/>
          </a:xfrm>
          <a:prstGeom prst="rect">
            <a:avLst/>
          </a:prstGeom>
          <a:solidFill>
            <a:srgbClr val="D6E8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任意多边形: 形状 3"/>
          <p:cNvSpPr/>
          <p:nvPr/>
        </p:nvSpPr>
        <p:spPr>
          <a:xfrm rot="5400000" flipH="1">
            <a:off x="130629" y="-188683"/>
            <a:ext cx="1219197" cy="1480455"/>
          </a:xfrm>
          <a:custGeom>
            <a:avLst/>
            <a:gdLst>
              <a:gd name="connsiteX0" fmla="*/ 6096001 w 6395847"/>
              <a:gd name="connsiteY0" fmla="*/ 7221665 h 7221666"/>
              <a:gd name="connsiteX1" fmla="*/ 6096001 w 6395847"/>
              <a:gd name="connsiteY1" fmla="*/ 7221666 h 7221666"/>
              <a:gd name="connsiteX2" fmla="*/ 3314700 w 6395847"/>
              <a:gd name="connsiteY2" fmla="*/ 7221666 h 7221666"/>
              <a:gd name="connsiteX3" fmla="*/ 2781301 w 6395847"/>
              <a:gd name="connsiteY3" fmla="*/ 7221666 h 7221666"/>
              <a:gd name="connsiteX4" fmla="*/ 0 w 6395847"/>
              <a:gd name="connsiteY4" fmla="*/ 7221666 h 7221666"/>
              <a:gd name="connsiteX5" fmla="*/ 0 w 6395847"/>
              <a:gd name="connsiteY5" fmla="*/ 3447952 h 7221666"/>
              <a:gd name="connsiteX6" fmla="*/ 1 w 6395847"/>
              <a:gd name="connsiteY6" fmla="*/ 3447952 h 7221666"/>
              <a:gd name="connsiteX7" fmla="*/ 1 w 6395847"/>
              <a:gd name="connsiteY7" fmla="*/ 3019060 h 7221666"/>
              <a:gd name="connsiteX8" fmla="*/ 279301 w 6395847"/>
              <a:gd name="connsiteY8" fmla="*/ 2344769 h 7221666"/>
              <a:gd name="connsiteX9" fmla="*/ 405446 w 6395847"/>
              <a:gd name="connsiteY9" fmla="*/ 2240690 h 7221666"/>
              <a:gd name="connsiteX10" fmla="*/ 404464 w 6395847"/>
              <a:gd name="connsiteY10" fmla="*/ 2239038 h 7221666"/>
              <a:gd name="connsiteX11" fmla="*/ 415115 w 6395847"/>
              <a:gd name="connsiteY11" fmla="*/ 2232712 h 7221666"/>
              <a:gd name="connsiteX12" fmla="*/ 420431 w 6395847"/>
              <a:gd name="connsiteY12" fmla="*/ 2228326 h 7221666"/>
              <a:gd name="connsiteX13" fmla="*/ 444464 w 6395847"/>
              <a:gd name="connsiteY13" fmla="*/ 2215281 h 7221666"/>
              <a:gd name="connsiteX14" fmla="*/ 3989796 w 6395847"/>
              <a:gd name="connsiteY14" fmla="*/ 109665 h 7221666"/>
              <a:gd name="connsiteX15" fmla="*/ 3993587 w 6395847"/>
              <a:gd name="connsiteY15" fmla="*/ 116048 h 7221666"/>
              <a:gd name="connsiteX16" fmla="*/ 4025229 w 6395847"/>
              <a:gd name="connsiteY16" fmla="*/ 96652 h 7221666"/>
              <a:gd name="connsiteX17" fmla="*/ 4920239 w 6395847"/>
              <a:gd name="connsiteY17" fmla="*/ 127915 h 7221666"/>
              <a:gd name="connsiteX18" fmla="*/ 5919213 w 6395847"/>
              <a:gd name="connsiteY18" fmla="*/ 704673 h 7221666"/>
              <a:gd name="connsiteX19" fmla="*/ 6030081 w 6395847"/>
              <a:gd name="connsiteY19" fmla="*/ 779366 h 7221666"/>
              <a:gd name="connsiteX20" fmla="*/ 6096000 w 6395847"/>
              <a:gd name="connsiteY20" fmla="*/ 838524 h 7221666"/>
              <a:gd name="connsiteX21" fmla="*/ 6096000 w 6395847"/>
              <a:gd name="connsiteY21" fmla="*/ 7221665 h 7221666"/>
              <a:gd name="connsiteX22" fmla="*/ 6221624 w 6395847"/>
              <a:gd name="connsiteY22" fmla="*/ 982469 h 7221666"/>
              <a:gd name="connsiteX23" fmla="*/ 6201936 w 6395847"/>
              <a:gd name="connsiteY23" fmla="*/ 954781 h 7221666"/>
              <a:gd name="connsiteX24" fmla="*/ 6210136 w 6395847"/>
              <a:gd name="connsiteY24" fmla="*/ 964466 h 7221666"/>
              <a:gd name="connsiteX25" fmla="*/ 6283768 w 6395847"/>
              <a:gd name="connsiteY25" fmla="*/ 1082992 h 7221666"/>
              <a:gd name="connsiteX26" fmla="*/ 6267120 w 6395847"/>
              <a:gd name="connsiteY26" fmla="*/ 1053774 h 7221666"/>
              <a:gd name="connsiteX27" fmla="*/ 6278411 w 6395847"/>
              <a:gd name="connsiteY27" fmla="*/ 1071469 h 7221666"/>
              <a:gd name="connsiteX28" fmla="*/ 6372765 w 6395847"/>
              <a:gd name="connsiteY28" fmla="*/ 1326510 h 7221666"/>
              <a:gd name="connsiteX29" fmla="*/ 6365409 w 6395847"/>
              <a:gd name="connsiteY29" fmla="*/ 1293851 h 7221666"/>
              <a:gd name="connsiteX30" fmla="*/ 6369173 w 6395847"/>
              <a:gd name="connsiteY30" fmla="*/ 1305870 h 7221666"/>
              <a:gd name="connsiteX31" fmla="*/ 6391257 w 6395847"/>
              <a:gd name="connsiteY31" fmla="*/ 1442433 h 7221666"/>
              <a:gd name="connsiteX32" fmla="*/ 6387139 w 6395847"/>
              <a:gd name="connsiteY32" fmla="*/ 1409114 h 7221666"/>
              <a:gd name="connsiteX33" fmla="*/ 6390749 w 6395847"/>
              <a:gd name="connsiteY33" fmla="*/ 1429863 h 7221666"/>
              <a:gd name="connsiteX34" fmla="*/ 6395847 w 6395847"/>
              <a:gd name="connsiteY34" fmla="*/ 1556116 h 7221666"/>
              <a:gd name="connsiteX35" fmla="*/ 6268252 w 6395847"/>
              <a:gd name="connsiteY35" fmla="*/ 2007304 h 7221666"/>
              <a:gd name="connsiteX36" fmla="*/ 6096001 w 6395847"/>
              <a:gd name="connsiteY36" fmla="*/ 2305652 h 7221666"/>
              <a:gd name="connsiteX37" fmla="*/ 6096001 w 6395847"/>
              <a:gd name="connsiteY37" fmla="*/ 2305651 h 7221666"/>
              <a:gd name="connsiteX38" fmla="*/ 6268252 w 6395847"/>
              <a:gd name="connsiteY38" fmla="*/ 2007303 h 7221666"/>
              <a:gd name="connsiteX39" fmla="*/ 6385798 w 6395847"/>
              <a:gd name="connsiteY39" fmla="*/ 1671419 h 7221666"/>
              <a:gd name="connsiteX40" fmla="*/ 6395847 w 6395847"/>
              <a:gd name="connsiteY40" fmla="*/ 1556116 h 722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6395847" h="7221666">
                <a:moveTo>
                  <a:pt x="6096001" y="7221665"/>
                </a:moveTo>
                <a:lnTo>
                  <a:pt x="6096001" y="7221666"/>
                </a:lnTo>
                <a:lnTo>
                  <a:pt x="3314700" y="7221666"/>
                </a:lnTo>
                <a:lnTo>
                  <a:pt x="2781301" y="7221666"/>
                </a:lnTo>
                <a:lnTo>
                  <a:pt x="0" y="7221666"/>
                </a:lnTo>
                <a:lnTo>
                  <a:pt x="0" y="3447952"/>
                </a:lnTo>
                <a:lnTo>
                  <a:pt x="1" y="3447952"/>
                </a:lnTo>
                <a:lnTo>
                  <a:pt x="1" y="3019060"/>
                </a:lnTo>
                <a:cubicBezTo>
                  <a:pt x="1" y="2755733"/>
                  <a:pt x="106735" y="2517335"/>
                  <a:pt x="279301" y="2344769"/>
                </a:cubicBezTo>
                <a:lnTo>
                  <a:pt x="405446" y="2240690"/>
                </a:lnTo>
                <a:lnTo>
                  <a:pt x="404464" y="2239038"/>
                </a:lnTo>
                <a:lnTo>
                  <a:pt x="415115" y="2232712"/>
                </a:lnTo>
                <a:lnTo>
                  <a:pt x="420431" y="2228326"/>
                </a:lnTo>
                <a:lnTo>
                  <a:pt x="444464" y="2215281"/>
                </a:lnTo>
                <a:lnTo>
                  <a:pt x="3989796" y="109665"/>
                </a:lnTo>
                <a:lnTo>
                  <a:pt x="3993587" y="116048"/>
                </a:lnTo>
                <a:lnTo>
                  <a:pt x="4025229" y="96652"/>
                </a:lnTo>
                <a:cubicBezTo>
                  <a:pt x="4300466" y="-37338"/>
                  <a:pt x="4635179" y="-36664"/>
                  <a:pt x="4920239" y="127915"/>
                </a:cubicBezTo>
                <a:lnTo>
                  <a:pt x="5919213" y="704673"/>
                </a:lnTo>
                <a:cubicBezTo>
                  <a:pt x="5958409" y="727303"/>
                  <a:pt x="5995390" y="752295"/>
                  <a:pt x="6030081" y="779366"/>
                </a:cubicBezTo>
                <a:lnTo>
                  <a:pt x="6096000" y="838524"/>
                </a:lnTo>
                <a:lnTo>
                  <a:pt x="6096000" y="7221665"/>
                </a:lnTo>
                <a:close/>
                <a:moveTo>
                  <a:pt x="6221624" y="982469"/>
                </a:moveTo>
                <a:lnTo>
                  <a:pt x="6201936" y="954781"/>
                </a:lnTo>
                <a:lnTo>
                  <a:pt x="6210136" y="964466"/>
                </a:lnTo>
                <a:close/>
                <a:moveTo>
                  <a:pt x="6283768" y="1082992"/>
                </a:moveTo>
                <a:lnTo>
                  <a:pt x="6267120" y="1053774"/>
                </a:lnTo>
                <a:lnTo>
                  <a:pt x="6278411" y="1071469"/>
                </a:lnTo>
                <a:close/>
                <a:moveTo>
                  <a:pt x="6372765" y="1326510"/>
                </a:moveTo>
                <a:lnTo>
                  <a:pt x="6365409" y="1293851"/>
                </a:lnTo>
                <a:lnTo>
                  <a:pt x="6369173" y="1305870"/>
                </a:lnTo>
                <a:close/>
                <a:moveTo>
                  <a:pt x="6391257" y="1442433"/>
                </a:moveTo>
                <a:lnTo>
                  <a:pt x="6387139" y="1409114"/>
                </a:lnTo>
                <a:lnTo>
                  <a:pt x="6390749" y="1429863"/>
                </a:lnTo>
                <a:close/>
                <a:moveTo>
                  <a:pt x="6395847" y="1556116"/>
                </a:moveTo>
                <a:cubicBezTo>
                  <a:pt x="6391855" y="1709831"/>
                  <a:pt x="6350542" y="1864774"/>
                  <a:pt x="6268252" y="2007304"/>
                </a:cubicBezTo>
                <a:lnTo>
                  <a:pt x="6096001" y="2305652"/>
                </a:lnTo>
                <a:lnTo>
                  <a:pt x="6096001" y="2305651"/>
                </a:lnTo>
                <a:lnTo>
                  <a:pt x="6268252" y="2007303"/>
                </a:lnTo>
                <a:cubicBezTo>
                  <a:pt x="6329969" y="1900406"/>
                  <a:pt x="6368637" y="1786526"/>
                  <a:pt x="6385798" y="1671419"/>
                </a:cubicBezTo>
                <a:lnTo>
                  <a:pt x="6395847" y="1556116"/>
                </a:lnTo>
                <a:close/>
              </a:path>
            </a:pathLst>
          </a:custGeom>
          <a:gradFill>
            <a:gsLst>
              <a:gs pos="0">
                <a:srgbClr val="0165C5"/>
              </a:gs>
              <a:gs pos="100000">
                <a:srgbClr val="0165C5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阿里巴巴普惠体" panose="00020600040101010101" pitchFamily="18" charset="-122"/>
              <a:ea typeface="微软雅黑" panose="020B0503020204020204" pitchFamily="34" charset="-122"/>
              <a:sym typeface="Segoe UI" panose="020B0502040204020203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670572" y="1555775"/>
            <a:ext cx="101273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>
              <a:lnSpc>
                <a:spcPct val="100000"/>
              </a:lnSpc>
              <a:defRPr lang="zh-CN" altLang="en-US" sz="2400" b="1" kern="1200" dirty="0">
                <a:solidFill>
                  <a:srgbClr val="0463C4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/>
            <a:r>
              <a:rPr lang="zh-CN" altLang="en-US" dirty="0"/>
              <a:t>单击此处编辑母版标题样式 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1915" y="375709"/>
            <a:ext cx="2251713" cy="383211"/>
          </a:xfrm>
          <a:prstGeom prst="rect">
            <a:avLst/>
          </a:prstGeom>
        </p:spPr>
      </p:pic>
      <p:grpSp>
        <p:nvGrpSpPr>
          <p:cNvPr id="6" name="组合 5"/>
          <p:cNvGrpSpPr/>
          <p:nvPr/>
        </p:nvGrpSpPr>
        <p:grpSpPr>
          <a:xfrm>
            <a:off x="801093" y="1443871"/>
            <a:ext cx="714694" cy="714694"/>
            <a:chOff x="8289913" y="2508666"/>
            <a:chExt cx="714694" cy="714694"/>
          </a:xfrm>
        </p:grpSpPr>
        <p:sp>
          <p:nvSpPr>
            <p:cNvPr id="7" name="椭圆 6"/>
            <p:cNvSpPr/>
            <p:nvPr/>
          </p:nvSpPr>
          <p:spPr>
            <a:xfrm>
              <a:off x="8289913" y="2508666"/>
              <a:ext cx="714694" cy="714694"/>
            </a:xfrm>
            <a:prstGeom prst="ellipse">
              <a:avLst/>
            </a:prstGeom>
            <a:solidFill>
              <a:srgbClr val="0463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5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endParaRPr>
            </a:p>
          </p:txBody>
        </p:sp>
        <p:sp>
          <p:nvSpPr>
            <p:cNvPr id="8" name="arrow-pointing-left-circular-button_20407"/>
            <p:cNvSpPr>
              <a:spLocks noChangeAspect="1"/>
            </p:cNvSpPr>
            <p:nvPr/>
          </p:nvSpPr>
          <p:spPr bwMode="auto">
            <a:xfrm>
              <a:off x="8444698" y="2663709"/>
              <a:ext cx="405123" cy="404607"/>
            </a:xfrm>
            <a:custGeom>
              <a:avLst/>
              <a:gdLst>
                <a:gd name="T0" fmla="*/ 2307 w 4612"/>
                <a:gd name="T1" fmla="*/ 4614 h 4614"/>
                <a:gd name="T2" fmla="*/ 0 w 4612"/>
                <a:gd name="T3" fmla="*/ 2307 h 4614"/>
                <a:gd name="T4" fmla="*/ 2307 w 4612"/>
                <a:gd name="T5" fmla="*/ 0 h 4614"/>
                <a:gd name="T6" fmla="*/ 4612 w 4612"/>
                <a:gd name="T7" fmla="*/ 2227 h 4614"/>
                <a:gd name="T8" fmla="*/ 2031 w 4612"/>
                <a:gd name="T9" fmla="*/ 2222 h 4614"/>
                <a:gd name="T10" fmla="*/ 2479 w 4612"/>
                <a:gd name="T11" fmla="*/ 1775 h 4614"/>
                <a:gd name="T12" fmla="*/ 2367 w 4612"/>
                <a:gd name="T13" fmla="*/ 1662 h 4614"/>
                <a:gd name="T14" fmla="*/ 1727 w 4612"/>
                <a:gd name="T15" fmla="*/ 2302 h 4614"/>
                <a:gd name="T16" fmla="*/ 2378 w 4612"/>
                <a:gd name="T17" fmla="*/ 2952 h 4614"/>
                <a:gd name="T18" fmla="*/ 2490 w 4612"/>
                <a:gd name="T19" fmla="*/ 2840 h 4614"/>
                <a:gd name="T20" fmla="*/ 2032 w 4612"/>
                <a:gd name="T21" fmla="*/ 2381 h 4614"/>
                <a:gd name="T22" fmla="*/ 4612 w 4612"/>
                <a:gd name="T23" fmla="*/ 2387 h 4614"/>
                <a:gd name="T24" fmla="*/ 2307 w 4612"/>
                <a:gd name="T25" fmla="*/ 4614 h 4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612" h="4614">
                  <a:moveTo>
                    <a:pt x="2307" y="4614"/>
                  </a:moveTo>
                  <a:cubicBezTo>
                    <a:pt x="1035" y="4614"/>
                    <a:pt x="0" y="3579"/>
                    <a:pt x="0" y="2307"/>
                  </a:cubicBezTo>
                  <a:cubicBezTo>
                    <a:pt x="0" y="1035"/>
                    <a:pt x="1035" y="0"/>
                    <a:pt x="2307" y="0"/>
                  </a:cubicBezTo>
                  <a:cubicBezTo>
                    <a:pt x="3553" y="0"/>
                    <a:pt x="4570" y="992"/>
                    <a:pt x="4612" y="2227"/>
                  </a:cubicBezTo>
                  <a:lnTo>
                    <a:pt x="2031" y="2222"/>
                  </a:lnTo>
                  <a:lnTo>
                    <a:pt x="2479" y="1775"/>
                  </a:lnTo>
                  <a:lnTo>
                    <a:pt x="2367" y="1662"/>
                  </a:lnTo>
                  <a:lnTo>
                    <a:pt x="1727" y="2302"/>
                  </a:lnTo>
                  <a:lnTo>
                    <a:pt x="2378" y="2952"/>
                  </a:lnTo>
                  <a:lnTo>
                    <a:pt x="2490" y="2840"/>
                  </a:lnTo>
                  <a:lnTo>
                    <a:pt x="2032" y="2381"/>
                  </a:lnTo>
                  <a:lnTo>
                    <a:pt x="4612" y="2387"/>
                  </a:lnTo>
                  <a:cubicBezTo>
                    <a:pt x="4570" y="3622"/>
                    <a:pt x="3553" y="4614"/>
                    <a:pt x="2307" y="461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endParaRPr>
            </a:p>
          </p:txBody>
        </p:sp>
      </p:grpSp>
      <p:sp>
        <p:nvSpPr>
          <p:cNvPr id="9" name="标题 1"/>
          <p:cNvSpPr>
            <a:spLocks noGrp="1"/>
          </p:cNvSpPr>
          <p:nvPr/>
        </p:nvSpPr>
        <p:spPr>
          <a:xfrm>
            <a:off x="290830" y="384278"/>
            <a:ext cx="11506835" cy="48430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l">
              <a:lnSpc>
                <a:spcPct val="100000"/>
              </a:lnSpc>
              <a:defRPr lang="zh-CN" altLang="en-US" sz="2400" b="1" kern="1200" dirty="0">
                <a:solidFill>
                  <a:srgbClr val="0463C4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sz="2800" dirty="0">
                <a:solidFill>
                  <a:schemeClr val="bg1"/>
                </a:solidFill>
              </a:rPr>
              <a:t>  </a:t>
            </a:r>
            <a:r>
              <a:rPr lang="en-US" altLang="zh-CN" sz="2800" dirty="0">
                <a:solidFill>
                  <a:schemeClr val="bg1">
                    <a:alpha val="80000"/>
                  </a:schemeClr>
                </a:solidFill>
              </a:rPr>
              <a:t>06</a:t>
            </a:r>
            <a:r>
              <a:rPr lang="en-US" altLang="zh-CN" sz="2800" dirty="0">
                <a:solidFill>
                  <a:srgbClr val="0091D9"/>
                </a:solidFill>
              </a:rPr>
              <a:t>         </a:t>
            </a:r>
            <a:r>
              <a:rPr lang="zh-CN" altLang="en-US" sz="2800" dirty="0">
                <a:solidFill>
                  <a:srgbClr val="0091D9"/>
                </a:solidFill>
              </a:rPr>
              <a:t>数字图像处理所用的基本数学工具介绍</a:t>
            </a:r>
          </a:p>
        </p:txBody>
      </p:sp>
      <p:sp>
        <p:nvSpPr>
          <p:cNvPr id="5" name="内容占位符 13">
            <a:extLst>
              <a:ext uri="{FF2B5EF4-FFF2-40B4-BE49-F238E27FC236}">
                <a16:creationId xmlns:a16="http://schemas.microsoft.com/office/drawing/2014/main" id="{BF2E7E22-73A1-23C8-5911-92B2FD033D6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01093" y="2432500"/>
            <a:ext cx="10652971" cy="3540427"/>
          </a:xfrm>
          <a:prstGeom prst="rect">
            <a:avLst/>
          </a:prstGeom>
        </p:spPr>
        <p:txBody>
          <a:bodyPr/>
          <a:lstStyle>
            <a:lvl1pPr eaLnBrk="1" fontAlgn="auto" latinLnBrk="0" hangingPunct="1">
              <a:lnSpc>
                <a:spcPct val="150000"/>
              </a:lnSpc>
              <a:defRPr sz="2000"/>
            </a:lvl1pPr>
            <a:lvl2pPr eaLnBrk="1" fontAlgn="auto" latinLnBrk="0" hangingPunct="1">
              <a:lnSpc>
                <a:spcPct val="150000"/>
              </a:lnSpc>
              <a:defRPr sz="2000"/>
            </a:lvl2pPr>
            <a:lvl3pPr eaLnBrk="1" fontAlgn="auto" latinLnBrk="0" hangingPunct="1">
              <a:lnSpc>
                <a:spcPct val="150000"/>
              </a:lnSpc>
              <a:defRPr sz="2000"/>
            </a:lvl3pPr>
            <a:lvl4pPr eaLnBrk="1" fontAlgn="auto" latinLnBrk="0" hangingPunct="1">
              <a:lnSpc>
                <a:spcPct val="150000"/>
              </a:lnSpc>
              <a:defRPr sz="2000"/>
            </a:lvl4pPr>
            <a:lvl5pPr eaLnBrk="1" fontAlgn="auto" latinLnBrk="0" hangingPunct="1">
              <a:lnSpc>
                <a:spcPct val="150000"/>
              </a:lnSpc>
              <a:defRPr sz="20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78017092"/>
      </p:ext>
    </p:extLst>
  </p:cSld>
  <p:clrMapOvr>
    <a:masterClrMapping/>
  </p:clrMapOvr>
  <p:transition spd="slow" advTm="0">
    <p:wipe dir="r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159657"/>
            <a:ext cx="12192000" cy="798286"/>
          </a:xfrm>
          <a:prstGeom prst="rect">
            <a:avLst/>
          </a:prstGeom>
          <a:solidFill>
            <a:srgbClr val="D6E8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任意多边形: 形状 3"/>
          <p:cNvSpPr/>
          <p:nvPr/>
        </p:nvSpPr>
        <p:spPr>
          <a:xfrm rot="5400000" flipH="1">
            <a:off x="130629" y="-188683"/>
            <a:ext cx="1219197" cy="1480455"/>
          </a:xfrm>
          <a:custGeom>
            <a:avLst/>
            <a:gdLst>
              <a:gd name="connsiteX0" fmla="*/ 6096001 w 6395847"/>
              <a:gd name="connsiteY0" fmla="*/ 7221665 h 7221666"/>
              <a:gd name="connsiteX1" fmla="*/ 6096001 w 6395847"/>
              <a:gd name="connsiteY1" fmla="*/ 7221666 h 7221666"/>
              <a:gd name="connsiteX2" fmla="*/ 3314700 w 6395847"/>
              <a:gd name="connsiteY2" fmla="*/ 7221666 h 7221666"/>
              <a:gd name="connsiteX3" fmla="*/ 2781301 w 6395847"/>
              <a:gd name="connsiteY3" fmla="*/ 7221666 h 7221666"/>
              <a:gd name="connsiteX4" fmla="*/ 0 w 6395847"/>
              <a:gd name="connsiteY4" fmla="*/ 7221666 h 7221666"/>
              <a:gd name="connsiteX5" fmla="*/ 0 w 6395847"/>
              <a:gd name="connsiteY5" fmla="*/ 3447952 h 7221666"/>
              <a:gd name="connsiteX6" fmla="*/ 1 w 6395847"/>
              <a:gd name="connsiteY6" fmla="*/ 3447952 h 7221666"/>
              <a:gd name="connsiteX7" fmla="*/ 1 w 6395847"/>
              <a:gd name="connsiteY7" fmla="*/ 3019060 h 7221666"/>
              <a:gd name="connsiteX8" fmla="*/ 279301 w 6395847"/>
              <a:gd name="connsiteY8" fmla="*/ 2344769 h 7221666"/>
              <a:gd name="connsiteX9" fmla="*/ 405446 w 6395847"/>
              <a:gd name="connsiteY9" fmla="*/ 2240690 h 7221666"/>
              <a:gd name="connsiteX10" fmla="*/ 404464 w 6395847"/>
              <a:gd name="connsiteY10" fmla="*/ 2239038 h 7221666"/>
              <a:gd name="connsiteX11" fmla="*/ 415115 w 6395847"/>
              <a:gd name="connsiteY11" fmla="*/ 2232712 h 7221666"/>
              <a:gd name="connsiteX12" fmla="*/ 420431 w 6395847"/>
              <a:gd name="connsiteY12" fmla="*/ 2228326 h 7221666"/>
              <a:gd name="connsiteX13" fmla="*/ 444464 w 6395847"/>
              <a:gd name="connsiteY13" fmla="*/ 2215281 h 7221666"/>
              <a:gd name="connsiteX14" fmla="*/ 3989796 w 6395847"/>
              <a:gd name="connsiteY14" fmla="*/ 109665 h 7221666"/>
              <a:gd name="connsiteX15" fmla="*/ 3993587 w 6395847"/>
              <a:gd name="connsiteY15" fmla="*/ 116048 h 7221666"/>
              <a:gd name="connsiteX16" fmla="*/ 4025229 w 6395847"/>
              <a:gd name="connsiteY16" fmla="*/ 96652 h 7221666"/>
              <a:gd name="connsiteX17" fmla="*/ 4920239 w 6395847"/>
              <a:gd name="connsiteY17" fmla="*/ 127915 h 7221666"/>
              <a:gd name="connsiteX18" fmla="*/ 5919213 w 6395847"/>
              <a:gd name="connsiteY18" fmla="*/ 704673 h 7221666"/>
              <a:gd name="connsiteX19" fmla="*/ 6030081 w 6395847"/>
              <a:gd name="connsiteY19" fmla="*/ 779366 h 7221666"/>
              <a:gd name="connsiteX20" fmla="*/ 6096000 w 6395847"/>
              <a:gd name="connsiteY20" fmla="*/ 838524 h 7221666"/>
              <a:gd name="connsiteX21" fmla="*/ 6096000 w 6395847"/>
              <a:gd name="connsiteY21" fmla="*/ 7221665 h 7221666"/>
              <a:gd name="connsiteX22" fmla="*/ 6221624 w 6395847"/>
              <a:gd name="connsiteY22" fmla="*/ 982469 h 7221666"/>
              <a:gd name="connsiteX23" fmla="*/ 6201936 w 6395847"/>
              <a:gd name="connsiteY23" fmla="*/ 954781 h 7221666"/>
              <a:gd name="connsiteX24" fmla="*/ 6210136 w 6395847"/>
              <a:gd name="connsiteY24" fmla="*/ 964466 h 7221666"/>
              <a:gd name="connsiteX25" fmla="*/ 6283768 w 6395847"/>
              <a:gd name="connsiteY25" fmla="*/ 1082992 h 7221666"/>
              <a:gd name="connsiteX26" fmla="*/ 6267120 w 6395847"/>
              <a:gd name="connsiteY26" fmla="*/ 1053774 h 7221666"/>
              <a:gd name="connsiteX27" fmla="*/ 6278411 w 6395847"/>
              <a:gd name="connsiteY27" fmla="*/ 1071469 h 7221666"/>
              <a:gd name="connsiteX28" fmla="*/ 6372765 w 6395847"/>
              <a:gd name="connsiteY28" fmla="*/ 1326510 h 7221666"/>
              <a:gd name="connsiteX29" fmla="*/ 6365409 w 6395847"/>
              <a:gd name="connsiteY29" fmla="*/ 1293851 h 7221666"/>
              <a:gd name="connsiteX30" fmla="*/ 6369173 w 6395847"/>
              <a:gd name="connsiteY30" fmla="*/ 1305870 h 7221666"/>
              <a:gd name="connsiteX31" fmla="*/ 6391257 w 6395847"/>
              <a:gd name="connsiteY31" fmla="*/ 1442433 h 7221666"/>
              <a:gd name="connsiteX32" fmla="*/ 6387139 w 6395847"/>
              <a:gd name="connsiteY32" fmla="*/ 1409114 h 7221666"/>
              <a:gd name="connsiteX33" fmla="*/ 6390749 w 6395847"/>
              <a:gd name="connsiteY33" fmla="*/ 1429863 h 7221666"/>
              <a:gd name="connsiteX34" fmla="*/ 6395847 w 6395847"/>
              <a:gd name="connsiteY34" fmla="*/ 1556116 h 7221666"/>
              <a:gd name="connsiteX35" fmla="*/ 6268252 w 6395847"/>
              <a:gd name="connsiteY35" fmla="*/ 2007304 h 7221666"/>
              <a:gd name="connsiteX36" fmla="*/ 6096001 w 6395847"/>
              <a:gd name="connsiteY36" fmla="*/ 2305652 h 7221666"/>
              <a:gd name="connsiteX37" fmla="*/ 6096001 w 6395847"/>
              <a:gd name="connsiteY37" fmla="*/ 2305651 h 7221666"/>
              <a:gd name="connsiteX38" fmla="*/ 6268252 w 6395847"/>
              <a:gd name="connsiteY38" fmla="*/ 2007303 h 7221666"/>
              <a:gd name="connsiteX39" fmla="*/ 6385798 w 6395847"/>
              <a:gd name="connsiteY39" fmla="*/ 1671419 h 7221666"/>
              <a:gd name="connsiteX40" fmla="*/ 6395847 w 6395847"/>
              <a:gd name="connsiteY40" fmla="*/ 1556116 h 722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6395847" h="7221666">
                <a:moveTo>
                  <a:pt x="6096001" y="7221665"/>
                </a:moveTo>
                <a:lnTo>
                  <a:pt x="6096001" y="7221666"/>
                </a:lnTo>
                <a:lnTo>
                  <a:pt x="3314700" y="7221666"/>
                </a:lnTo>
                <a:lnTo>
                  <a:pt x="2781301" y="7221666"/>
                </a:lnTo>
                <a:lnTo>
                  <a:pt x="0" y="7221666"/>
                </a:lnTo>
                <a:lnTo>
                  <a:pt x="0" y="3447952"/>
                </a:lnTo>
                <a:lnTo>
                  <a:pt x="1" y="3447952"/>
                </a:lnTo>
                <a:lnTo>
                  <a:pt x="1" y="3019060"/>
                </a:lnTo>
                <a:cubicBezTo>
                  <a:pt x="1" y="2755733"/>
                  <a:pt x="106735" y="2517335"/>
                  <a:pt x="279301" y="2344769"/>
                </a:cubicBezTo>
                <a:lnTo>
                  <a:pt x="405446" y="2240690"/>
                </a:lnTo>
                <a:lnTo>
                  <a:pt x="404464" y="2239038"/>
                </a:lnTo>
                <a:lnTo>
                  <a:pt x="415115" y="2232712"/>
                </a:lnTo>
                <a:lnTo>
                  <a:pt x="420431" y="2228326"/>
                </a:lnTo>
                <a:lnTo>
                  <a:pt x="444464" y="2215281"/>
                </a:lnTo>
                <a:lnTo>
                  <a:pt x="3989796" y="109665"/>
                </a:lnTo>
                <a:lnTo>
                  <a:pt x="3993587" y="116048"/>
                </a:lnTo>
                <a:lnTo>
                  <a:pt x="4025229" y="96652"/>
                </a:lnTo>
                <a:cubicBezTo>
                  <a:pt x="4300466" y="-37338"/>
                  <a:pt x="4635179" y="-36664"/>
                  <a:pt x="4920239" y="127915"/>
                </a:cubicBezTo>
                <a:lnTo>
                  <a:pt x="5919213" y="704673"/>
                </a:lnTo>
                <a:cubicBezTo>
                  <a:pt x="5958409" y="727303"/>
                  <a:pt x="5995390" y="752295"/>
                  <a:pt x="6030081" y="779366"/>
                </a:cubicBezTo>
                <a:lnTo>
                  <a:pt x="6096000" y="838524"/>
                </a:lnTo>
                <a:lnTo>
                  <a:pt x="6096000" y="7221665"/>
                </a:lnTo>
                <a:close/>
                <a:moveTo>
                  <a:pt x="6221624" y="982469"/>
                </a:moveTo>
                <a:lnTo>
                  <a:pt x="6201936" y="954781"/>
                </a:lnTo>
                <a:lnTo>
                  <a:pt x="6210136" y="964466"/>
                </a:lnTo>
                <a:close/>
                <a:moveTo>
                  <a:pt x="6283768" y="1082992"/>
                </a:moveTo>
                <a:lnTo>
                  <a:pt x="6267120" y="1053774"/>
                </a:lnTo>
                <a:lnTo>
                  <a:pt x="6278411" y="1071469"/>
                </a:lnTo>
                <a:close/>
                <a:moveTo>
                  <a:pt x="6372765" y="1326510"/>
                </a:moveTo>
                <a:lnTo>
                  <a:pt x="6365409" y="1293851"/>
                </a:lnTo>
                <a:lnTo>
                  <a:pt x="6369173" y="1305870"/>
                </a:lnTo>
                <a:close/>
                <a:moveTo>
                  <a:pt x="6391257" y="1442433"/>
                </a:moveTo>
                <a:lnTo>
                  <a:pt x="6387139" y="1409114"/>
                </a:lnTo>
                <a:lnTo>
                  <a:pt x="6390749" y="1429863"/>
                </a:lnTo>
                <a:close/>
                <a:moveTo>
                  <a:pt x="6395847" y="1556116"/>
                </a:moveTo>
                <a:cubicBezTo>
                  <a:pt x="6391855" y="1709831"/>
                  <a:pt x="6350542" y="1864774"/>
                  <a:pt x="6268252" y="2007304"/>
                </a:cubicBezTo>
                <a:lnTo>
                  <a:pt x="6096001" y="2305652"/>
                </a:lnTo>
                <a:lnTo>
                  <a:pt x="6096001" y="2305651"/>
                </a:lnTo>
                <a:lnTo>
                  <a:pt x="6268252" y="2007303"/>
                </a:lnTo>
                <a:cubicBezTo>
                  <a:pt x="6329969" y="1900406"/>
                  <a:pt x="6368637" y="1786526"/>
                  <a:pt x="6385798" y="1671419"/>
                </a:cubicBezTo>
                <a:lnTo>
                  <a:pt x="6395847" y="1556116"/>
                </a:lnTo>
                <a:close/>
              </a:path>
            </a:pathLst>
          </a:custGeom>
          <a:gradFill>
            <a:gsLst>
              <a:gs pos="0">
                <a:srgbClr val="0165C5"/>
              </a:gs>
              <a:gs pos="100000">
                <a:srgbClr val="0165C5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阿里巴巴普惠体" panose="00020600040101010101" pitchFamily="18" charset="-122"/>
              <a:ea typeface="微软雅黑" panose="020B0503020204020204" pitchFamily="34" charset="-122"/>
              <a:sym typeface="Segoe UI" panose="020B0502040204020203" pitchFamily="3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1915" y="375709"/>
            <a:ext cx="2251713" cy="383211"/>
          </a:xfrm>
          <a:prstGeom prst="rect">
            <a:avLst/>
          </a:prstGeom>
        </p:spPr>
      </p:pic>
      <p:grpSp>
        <p:nvGrpSpPr>
          <p:cNvPr id="7" name="组合 6"/>
          <p:cNvGrpSpPr/>
          <p:nvPr/>
        </p:nvGrpSpPr>
        <p:grpSpPr>
          <a:xfrm>
            <a:off x="801093" y="1443871"/>
            <a:ext cx="714694" cy="714694"/>
            <a:chOff x="8289913" y="2508666"/>
            <a:chExt cx="714694" cy="714694"/>
          </a:xfrm>
        </p:grpSpPr>
        <p:sp>
          <p:nvSpPr>
            <p:cNvPr id="8" name="椭圆 7"/>
            <p:cNvSpPr/>
            <p:nvPr/>
          </p:nvSpPr>
          <p:spPr>
            <a:xfrm>
              <a:off x="8289913" y="2508666"/>
              <a:ext cx="714694" cy="714694"/>
            </a:xfrm>
            <a:prstGeom prst="ellipse">
              <a:avLst/>
            </a:prstGeom>
            <a:solidFill>
              <a:srgbClr val="0463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5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endParaRPr>
            </a:p>
          </p:txBody>
        </p:sp>
        <p:sp>
          <p:nvSpPr>
            <p:cNvPr id="10" name="arrow-pointing-left-circular-button_20407"/>
            <p:cNvSpPr>
              <a:spLocks noChangeAspect="1"/>
            </p:cNvSpPr>
            <p:nvPr/>
          </p:nvSpPr>
          <p:spPr bwMode="auto">
            <a:xfrm>
              <a:off x="8444698" y="2663709"/>
              <a:ext cx="405123" cy="404607"/>
            </a:xfrm>
            <a:custGeom>
              <a:avLst/>
              <a:gdLst>
                <a:gd name="T0" fmla="*/ 2307 w 4612"/>
                <a:gd name="T1" fmla="*/ 4614 h 4614"/>
                <a:gd name="T2" fmla="*/ 0 w 4612"/>
                <a:gd name="T3" fmla="*/ 2307 h 4614"/>
                <a:gd name="T4" fmla="*/ 2307 w 4612"/>
                <a:gd name="T5" fmla="*/ 0 h 4614"/>
                <a:gd name="T6" fmla="*/ 4612 w 4612"/>
                <a:gd name="T7" fmla="*/ 2227 h 4614"/>
                <a:gd name="T8" fmla="*/ 2031 w 4612"/>
                <a:gd name="T9" fmla="*/ 2222 h 4614"/>
                <a:gd name="T10" fmla="*/ 2479 w 4612"/>
                <a:gd name="T11" fmla="*/ 1775 h 4614"/>
                <a:gd name="T12" fmla="*/ 2367 w 4612"/>
                <a:gd name="T13" fmla="*/ 1662 h 4614"/>
                <a:gd name="T14" fmla="*/ 1727 w 4612"/>
                <a:gd name="T15" fmla="*/ 2302 h 4614"/>
                <a:gd name="T16" fmla="*/ 2378 w 4612"/>
                <a:gd name="T17" fmla="*/ 2952 h 4614"/>
                <a:gd name="T18" fmla="*/ 2490 w 4612"/>
                <a:gd name="T19" fmla="*/ 2840 h 4614"/>
                <a:gd name="T20" fmla="*/ 2032 w 4612"/>
                <a:gd name="T21" fmla="*/ 2381 h 4614"/>
                <a:gd name="T22" fmla="*/ 4612 w 4612"/>
                <a:gd name="T23" fmla="*/ 2387 h 4614"/>
                <a:gd name="T24" fmla="*/ 2307 w 4612"/>
                <a:gd name="T25" fmla="*/ 4614 h 4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612" h="4614">
                  <a:moveTo>
                    <a:pt x="2307" y="4614"/>
                  </a:moveTo>
                  <a:cubicBezTo>
                    <a:pt x="1035" y="4614"/>
                    <a:pt x="0" y="3579"/>
                    <a:pt x="0" y="2307"/>
                  </a:cubicBezTo>
                  <a:cubicBezTo>
                    <a:pt x="0" y="1035"/>
                    <a:pt x="1035" y="0"/>
                    <a:pt x="2307" y="0"/>
                  </a:cubicBezTo>
                  <a:cubicBezTo>
                    <a:pt x="3553" y="0"/>
                    <a:pt x="4570" y="992"/>
                    <a:pt x="4612" y="2227"/>
                  </a:cubicBezTo>
                  <a:lnTo>
                    <a:pt x="2031" y="2222"/>
                  </a:lnTo>
                  <a:lnTo>
                    <a:pt x="2479" y="1775"/>
                  </a:lnTo>
                  <a:lnTo>
                    <a:pt x="2367" y="1662"/>
                  </a:lnTo>
                  <a:lnTo>
                    <a:pt x="1727" y="2302"/>
                  </a:lnTo>
                  <a:lnTo>
                    <a:pt x="2378" y="2952"/>
                  </a:lnTo>
                  <a:lnTo>
                    <a:pt x="2490" y="2840"/>
                  </a:lnTo>
                  <a:lnTo>
                    <a:pt x="2032" y="2381"/>
                  </a:lnTo>
                  <a:lnTo>
                    <a:pt x="4612" y="2387"/>
                  </a:lnTo>
                  <a:cubicBezTo>
                    <a:pt x="4570" y="3622"/>
                    <a:pt x="3553" y="4614"/>
                    <a:pt x="2307" y="461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endParaRPr>
            </a:p>
          </p:txBody>
        </p:sp>
      </p:grpSp>
      <p:sp>
        <p:nvSpPr>
          <p:cNvPr id="11" name="矩形 3"/>
          <p:cNvSpPr/>
          <p:nvPr/>
        </p:nvSpPr>
        <p:spPr>
          <a:xfrm>
            <a:off x="747487" y="2313608"/>
            <a:ext cx="10697028" cy="407729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endParaRPr lang="ru-RU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阿里巴巴普惠体" panose="00020600040101010101" pitchFamily="18" charset="-122"/>
            </a:endParaRPr>
          </a:p>
        </p:txBody>
      </p:sp>
      <p:sp>
        <p:nvSpPr>
          <p:cNvPr id="15" name="标题 1"/>
          <p:cNvSpPr>
            <a:spLocks noGrp="1"/>
          </p:cNvSpPr>
          <p:nvPr>
            <p:ph type="title" hasCustomPrompt="1"/>
          </p:nvPr>
        </p:nvSpPr>
        <p:spPr>
          <a:xfrm>
            <a:off x="1670572" y="1555775"/>
            <a:ext cx="101273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>
              <a:lnSpc>
                <a:spcPct val="100000"/>
              </a:lnSpc>
              <a:defRPr lang="zh-CN" altLang="en-US" sz="2400" b="1" kern="1200" dirty="0">
                <a:solidFill>
                  <a:srgbClr val="0463C4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/>
            <a:r>
              <a:rPr lang="zh-CN" altLang="en-US" dirty="0"/>
              <a:t>单击此处编辑母版标题样式 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057B88A-48E7-5510-D21C-302607EC0201}"/>
              </a:ext>
            </a:extLst>
          </p:cNvPr>
          <p:cNvSpPr>
            <a:spLocks noGrp="1"/>
          </p:cNvSpPr>
          <p:nvPr/>
        </p:nvSpPr>
        <p:spPr>
          <a:xfrm>
            <a:off x="290830" y="384278"/>
            <a:ext cx="11506835" cy="48430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l">
              <a:lnSpc>
                <a:spcPct val="100000"/>
              </a:lnSpc>
              <a:defRPr lang="zh-CN" altLang="en-US" sz="2400" b="1" kern="1200" dirty="0">
                <a:solidFill>
                  <a:srgbClr val="0463C4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sz="2800" dirty="0">
                <a:solidFill>
                  <a:schemeClr val="bg1"/>
                </a:solidFill>
              </a:rPr>
              <a:t>  </a:t>
            </a:r>
            <a:r>
              <a:rPr lang="en-US" altLang="zh-CN" sz="2800" dirty="0">
                <a:solidFill>
                  <a:schemeClr val="bg1">
                    <a:alpha val="80000"/>
                  </a:schemeClr>
                </a:solidFill>
              </a:rPr>
              <a:t>06</a:t>
            </a:r>
            <a:r>
              <a:rPr lang="en-US" altLang="zh-CN" sz="2800" dirty="0">
                <a:solidFill>
                  <a:srgbClr val="0091D9"/>
                </a:solidFill>
              </a:rPr>
              <a:t>         </a:t>
            </a:r>
            <a:r>
              <a:rPr lang="zh-CN" altLang="en-US" sz="2800" dirty="0">
                <a:solidFill>
                  <a:srgbClr val="0091D9"/>
                </a:solidFill>
              </a:rPr>
              <a:t>数字图像处理所用的基本数学工具介绍</a:t>
            </a:r>
          </a:p>
        </p:txBody>
      </p:sp>
      <p:sp>
        <p:nvSpPr>
          <p:cNvPr id="9" name="内容占位符 22">
            <a:extLst>
              <a:ext uri="{FF2B5EF4-FFF2-40B4-BE49-F238E27FC236}">
                <a16:creationId xmlns:a16="http://schemas.microsoft.com/office/drawing/2014/main" id="{4FCB1552-F63F-5BAC-C851-A95C7C1C282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024731" y="2516808"/>
            <a:ext cx="10142537" cy="323051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/>
            </a:lvl1pPr>
            <a:lvl2pPr>
              <a:defRPr sz="2000"/>
            </a:lvl2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15144167"/>
      </p:ext>
    </p:extLst>
  </p:cSld>
  <p:clrMapOvr>
    <a:masterClrMapping/>
  </p:clrMapOvr>
  <p:transition spd="slow" advTm="0">
    <p:wipe dir="r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159657"/>
            <a:ext cx="12192000" cy="798286"/>
          </a:xfrm>
          <a:prstGeom prst="rect">
            <a:avLst/>
          </a:prstGeom>
          <a:solidFill>
            <a:srgbClr val="D6E8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任意多边形: 形状 3"/>
          <p:cNvSpPr/>
          <p:nvPr/>
        </p:nvSpPr>
        <p:spPr>
          <a:xfrm rot="5400000" flipH="1">
            <a:off x="130629" y="-188683"/>
            <a:ext cx="1219197" cy="1480455"/>
          </a:xfrm>
          <a:custGeom>
            <a:avLst/>
            <a:gdLst>
              <a:gd name="connsiteX0" fmla="*/ 6096001 w 6395847"/>
              <a:gd name="connsiteY0" fmla="*/ 7221665 h 7221666"/>
              <a:gd name="connsiteX1" fmla="*/ 6096001 w 6395847"/>
              <a:gd name="connsiteY1" fmla="*/ 7221666 h 7221666"/>
              <a:gd name="connsiteX2" fmla="*/ 3314700 w 6395847"/>
              <a:gd name="connsiteY2" fmla="*/ 7221666 h 7221666"/>
              <a:gd name="connsiteX3" fmla="*/ 2781301 w 6395847"/>
              <a:gd name="connsiteY3" fmla="*/ 7221666 h 7221666"/>
              <a:gd name="connsiteX4" fmla="*/ 0 w 6395847"/>
              <a:gd name="connsiteY4" fmla="*/ 7221666 h 7221666"/>
              <a:gd name="connsiteX5" fmla="*/ 0 w 6395847"/>
              <a:gd name="connsiteY5" fmla="*/ 3447952 h 7221666"/>
              <a:gd name="connsiteX6" fmla="*/ 1 w 6395847"/>
              <a:gd name="connsiteY6" fmla="*/ 3447952 h 7221666"/>
              <a:gd name="connsiteX7" fmla="*/ 1 w 6395847"/>
              <a:gd name="connsiteY7" fmla="*/ 3019060 h 7221666"/>
              <a:gd name="connsiteX8" fmla="*/ 279301 w 6395847"/>
              <a:gd name="connsiteY8" fmla="*/ 2344769 h 7221666"/>
              <a:gd name="connsiteX9" fmla="*/ 405446 w 6395847"/>
              <a:gd name="connsiteY9" fmla="*/ 2240690 h 7221666"/>
              <a:gd name="connsiteX10" fmla="*/ 404464 w 6395847"/>
              <a:gd name="connsiteY10" fmla="*/ 2239038 h 7221666"/>
              <a:gd name="connsiteX11" fmla="*/ 415115 w 6395847"/>
              <a:gd name="connsiteY11" fmla="*/ 2232712 h 7221666"/>
              <a:gd name="connsiteX12" fmla="*/ 420431 w 6395847"/>
              <a:gd name="connsiteY12" fmla="*/ 2228326 h 7221666"/>
              <a:gd name="connsiteX13" fmla="*/ 444464 w 6395847"/>
              <a:gd name="connsiteY13" fmla="*/ 2215281 h 7221666"/>
              <a:gd name="connsiteX14" fmla="*/ 3989796 w 6395847"/>
              <a:gd name="connsiteY14" fmla="*/ 109665 h 7221666"/>
              <a:gd name="connsiteX15" fmla="*/ 3993587 w 6395847"/>
              <a:gd name="connsiteY15" fmla="*/ 116048 h 7221666"/>
              <a:gd name="connsiteX16" fmla="*/ 4025229 w 6395847"/>
              <a:gd name="connsiteY16" fmla="*/ 96652 h 7221666"/>
              <a:gd name="connsiteX17" fmla="*/ 4920239 w 6395847"/>
              <a:gd name="connsiteY17" fmla="*/ 127915 h 7221666"/>
              <a:gd name="connsiteX18" fmla="*/ 5919213 w 6395847"/>
              <a:gd name="connsiteY18" fmla="*/ 704673 h 7221666"/>
              <a:gd name="connsiteX19" fmla="*/ 6030081 w 6395847"/>
              <a:gd name="connsiteY19" fmla="*/ 779366 h 7221666"/>
              <a:gd name="connsiteX20" fmla="*/ 6096000 w 6395847"/>
              <a:gd name="connsiteY20" fmla="*/ 838524 h 7221666"/>
              <a:gd name="connsiteX21" fmla="*/ 6096000 w 6395847"/>
              <a:gd name="connsiteY21" fmla="*/ 7221665 h 7221666"/>
              <a:gd name="connsiteX22" fmla="*/ 6221624 w 6395847"/>
              <a:gd name="connsiteY22" fmla="*/ 982469 h 7221666"/>
              <a:gd name="connsiteX23" fmla="*/ 6201936 w 6395847"/>
              <a:gd name="connsiteY23" fmla="*/ 954781 h 7221666"/>
              <a:gd name="connsiteX24" fmla="*/ 6210136 w 6395847"/>
              <a:gd name="connsiteY24" fmla="*/ 964466 h 7221666"/>
              <a:gd name="connsiteX25" fmla="*/ 6283768 w 6395847"/>
              <a:gd name="connsiteY25" fmla="*/ 1082992 h 7221666"/>
              <a:gd name="connsiteX26" fmla="*/ 6267120 w 6395847"/>
              <a:gd name="connsiteY26" fmla="*/ 1053774 h 7221666"/>
              <a:gd name="connsiteX27" fmla="*/ 6278411 w 6395847"/>
              <a:gd name="connsiteY27" fmla="*/ 1071469 h 7221666"/>
              <a:gd name="connsiteX28" fmla="*/ 6372765 w 6395847"/>
              <a:gd name="connsiteY28" fmla="*/ 1326510 h 7221666"/>
              <a:gd name="connsiteX29" fmla="*/ 6365409 w 6395847"/>
              <a:gd name="connsiteY29" fmla="*/ 1293851 h 7221666"/>
              <a:gd name="connsiteX30" fmla="*/ 6369173 w 6395847"/>
              <a:gd name="connsiteY30" fmla="*/ 1305870 h 7221666"/>
              <a:gd name="connsiteX31" fmla="*/ 6391257 w 6395847"/>
              <a:gd name="connsiteY31" fmla="*/ 1442433 h 7221666"/>
              <a:gd name="connsiteX32" fmla="*/ 6387139 w 6395847"/>
              <a:gd name="connsiteY32" fmla="*/ 1409114 h 7221666"/>
              <a:gd name="connsiteX33" fmla="*/ 6390749 w 6395847"/>
              <a:gd name="connsiteY33" fmla="*/ 1429863 h 7221666"/>
              <a:gd name="connsiteX34" fmla="*/ 6395847 w 6395847"/>
              <a:gd name="connsiteY34" fmla="*/ 1556116 h 7221666"/>
              <a:gd name="connsiteX35" fmla="*/ 6268252 w 6395847"/>
              <a:gd name="connsiteY35" fmla="*/ 2007304 h 7221666"/>
              <a:gd name="connsiteX36" fmla="*/ 6096001 w 6395847"/>
              <a:gd name="connsiteY36" fmla="*/ 2305652 h 7221666"/>
              <a:gd name="connsiteX37" fmla="*/ 6096001 w 6395847"/>
              <a:gd name="connsiteY37" fmla="*/ 2305651 h 7221666"/>
              <a:gd name="connsiteX38" fmla="*/ 6268252 w 6395847"/>
              <a:gd name="connsiteY38" fmla="*/ 2007303 h 7221666"/>
              <a:gd name="connsiteX39" fmla="*/ 6385798 w 6395847"/>
              <a:gd name="connsiteY39" fmla="*/ 1671419 h 7221666"/>
              <a:gd name="connsiteX40" fmla="*/ 6395847 w 6395847"/>
              <a:gd name="connsiteY40" fmla="*/ 1556116 h 722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6395847" h="7221666">
                <a:moveTo>
                  <a:pt x="6096001" y="7221665"/>
                </a:moveTo>
                <a:lnTo>
                  <a:pt x="6096001" y="7221666"/>
                </a:lnTo>
                <a:lnTo>
                  <a:pt x="3314700" y="7221666"/>
                </a:lnTo>
                <a:lnTo>
                  <a:pt x="2781301" y="7221666"/>
                </a:lnTo>
                <a:lnTo>
                  <a:pt x="0" y="7221666"/>
                </a:lnTo>
                <a:lnTo>
                  <a:pt x="0" y="3447952"/>
                </a:lnTo>
                <a:lnTo>
                  <a:pt x="1" y="3447952"/>
                </a:lnTo>
                <a:lnTo>
                  <a:pt x="1" y="3019060"/>
                </a:lnTo>
                <a:cubicBezTo>
                  <a:pt x="1" y="2755733"/>
                  <a:pt x="106735" y="2517335"/>
                  <a:pt x="279301" y="2344769"/>
                </a:cubicBezTo>
                <a:lnTo>
                  <a:pt x="405446" y="2240690"/>
                </a:lnTo>
                <a:lnTo>
                  <a:pt x="404464" y="2239038"/>
                </a:lnTo>
                <a:lnTo>
                  <a:pt x="415115" y="2232712"/>
                </a:lnTo>
                <a:lnTo>
                  <a:pt x="420431" y="2228326"/>
                </a:lnTo>
                <a:lnTo>
                  <a:pt x="444464" y="2215281"/>
                </a:lnTo>
                <a:lnTo>
                  <a:pt x="3989796" y="109665"/>
                </a:lnTo>
                <a:lnTo>
                  <a:pt x="3993587" y="116048"/>
                </a:lnTo>
                <a:lnTo>
                  <a:pt x="4025229" y="96652"/>
                </a:lnTo>
                <a:cubicBezTo>
                  <a:pt x="4300466" y="-37338"/>
                  <a:pt x="4635179" y="-36664"/>
                  <a:pt x="4920239" y="127915"/>
                </a:cubicBezTo>
                <a:lnTo>
                  <a:pt x="5919213" y="704673"/>
                </a:lnTo>
                <a:cubicBezTo>
                  <a:pt x="5958409" y="727303"/>
                  <a:pt x="5995390" y="752295"/>
                  <a:pt x="6030081" y="779366"/>
                </a:cubicBezTo>
                <a:lnTo>
                  <a:pt x="6096000" y="838524"/>
                </a:lnTo>
                <a:lnTo>
                  <a:pt x="6096000" y="7221665"/>
                </a:lnTo>
                <a:close/>
                <a:moveTo>
                  <a:pt x="6221624" y="982469"/>
                </a:moveTo>
                <a:lnTo>
                  <a:pt x="6201936" y="954781"/>
                </a:lnTo>
                <a:lnTo>
                  <a:pt x="6210136" y="964466"/>
                </a:lnTo>
                <a:close/>
                <a:moveTo>
                  <a:pt x="6283768" y="1082992"/>
                </a:moveTo>
                <a:lnTo>
                  <a:pt x="6267120" y="1053774"/>
                </a:lnTo>
                <a:lnTo>
                  <a:pt x="6278411" y="1071469"/>
                </a:lnTo>
                <a:close/>
                <a:moveTo>
                  <a:pt x="6372765" y="1326510"/>
                </a:moveTo>
                <a:lnTo>
                  <a:pt x="6365409" y="1293851"/>
                </a:lnTo>
                <a:lnTo>
                  <a:pt x="6369173" y="1305870"/>
                </a:lnTo>
                <a:close/>
                <a:moveTo>
                  <a:pt x="6391257" y="1442433"/>
                </a:moveTo>
                <a:lnTo>
                  <a:pt x="6387139" y="1409114"/>
                </a:lnTo>
                <a:lnTo>
                  <a:pt x="6390749" y="1429863"/>
                </a:lnTo>
                <a:close/>
                <a:moveTo>
                  <a:pt x="6395847" y="1556116"/>
                </a:moveTo>
                <a:cubicBezTo>
                  <a:pt x="6391855" y="1709831"/>
                  <a:pt x="6350542" y="1864774"/>
                  <a:pt x="6268252" y="2007304"/>
                </a:cubicBezTo>
                <a:lnTo>
                  <a:pt x="6096001" y="2305652"/>
                </a:lnTo>
                <a:lnTo>
                  <a:pt x="6096001" y="2305651"/>
                </a:lnTo>
                <a:lnTo>
                  <a:pt x="6268252" y="2007303"/>
                </a:lnTo>
                <a:cubicBezTo>
                  <a:pt x="6329969" y="1900406"/>
                  <a:pt x="6368637" y="1786526"/>
                  <a:pt x="6385798" y="1671419"/>
                </a:cubicBezTo>
                <a:lnTo>
                  <a:pt x="6395847" y="1556116"/>
                </a:lnTo>
                <a:close/>
              </a:path>
            </a:pathLst>
          </a:custGeom>
          <a:gradFill>
            <a:gsLst>
              <a:gs pos="0">
                <a:srgbClr val="0165C5"/>
              </a:gs>
              <a:gs pos="100000">
                <a:srgbClr val="0165C5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阿里巴巴普惠体" panose="00020600040101010101" pitchFamily="18" charset="-122"/>
              <a:ea typeface="微软雅黑" panose="020B0503020204020204" pitchFamily="34" charset="-122"/>
              <a:sym typeface="Segoe UI" panose="020B0502040204020203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670572" y="1555775"/>
            <a:ext cx="101273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>
              <a:lnSpc>
                <a:spcPct val="100000"/>
              </a:lnSpc>
              <a:defRPr lang="zh-CN" altLang="en-US" sz="2400" b="1" kern="1200" dirty="0">
                <a:solidFill>
                  <a:srgbClr val="0463C4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/>
            <a:r>
              <a:rPr lang="zh-CN" altLang="en-US" dirty="0"/>
              <a:t>单击此处编辑母版标题样式 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1915" y="375709"/>
            <a:ext cx="2251713" cy="383211"/>
          </a:xfrm>
          <a:prstGeom prst="rect">
            <a:avLst/>
          </a:prstGeom>
        </p:spPr>
      </p:pic>
      <p:grpSp>
        <p:nvGrpSpPr>
          <p:cNvPr id="6" name="组合 5"/>
          <p:cNvGrpSpPr/>
          <p:nvPr/>
        </p:nvGrpSpPr>
        <p:grpSpPr>
          <a:xfrm>
            <a:off x="801093" y="1443871"/>
            <a:ext cx="714694" cy="714694"/>
            <a:chOff x="8289913" y="2508666"/>
            <a:chExt cx="714694" cy="714694"/>
          </a:xfrm>
        </p:grpSpPr>
        <p:sp>
          <p:nvSpPr>
            <p:cNvPr id="7" name="椭圆 6"/>
            <p:cNvSpPr/>
            <p:nvPr/>
          </p:nvSpPr>
          <p:spPr>
            <a:xfrm>
              <a:off x="8289913" y="2508666"/>
              <a:ext cx="714694" cy="714694"/>
            </a:xfrm>
            <a:prstGeom prst="ellipse">
              <a:avLst/>
            </a:prstGeom>
            <a:solidFill>
              <a:srgbClr val="0463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5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endParaRPr>
            </a:p>
          </p:txBody>
        </p:sp>
        <p:sp>
          <p:nvSpPr>
            <p:cNvPr id="8" name="arrow-pointing-left-circular-button_20407"/>
            <p:cNvSpPr>
              <a:spLocks noChangeAspect="1"/>
            </p:cNvSpPr>
            <p:nvPr/>
          </p:nvSpPr>
          <p:spPr bwMode="auto">
            <a:xfrm>
              <a:off x="8444698" y="2663709"/>
              <a:ext cx="405123" cy="404607"/>
            </a:xfrm>
            <a:custGeom>
              <a:avLst/>
              <a:gdLst>
                <a:gd name="T0" fmla="*/ 2307 w 4612"/>
                <a:gd name="T1" fmla="*/ 4614 h 4614"/>
                <a:gd name="T2" fmla="*/ 0 w 4612"/>
                <a:gd name="T3" fmla="*/ 2307 h 4614"/>
                <a:gd name="T4" fmla="*/ 2307 w 4612"/>
                <a:gd name="T5" fmla="*/ 0 h 4614"/>
                <a:gd name="T6" fmla="*/ 4612 w 4612"/>
                <a:gd name="T7" fmla="*/ 2227 h 4614"/>
                <a:gd name="T8" fmla="*/ 2031 w 4612"/>
                <a:gd name="T9" fmla="*/ 2222 h 4614"/>
                <a:gd name="T10" fmla="*/ 2479 w 4612"/>
                <a:gd name="T11" fmla="*/ 1775 h 4614"/>
                <a:gd name="T12" fmla="*/ 2367 w 4612"/>
                <a:gd name="T13" fmla="*/ 1662 h 4614"/>
                <a:gd name="T14" fmla="*/ 1727 w 4612"/>
                <a:gd name="T15" fmla="*/ 2302 h 4614"/>
                <a:gd name="T16" fmla="*/ 2378 w 4612"/>
                <a:gd name="T17" fmla="*/ 2952 h 4614"/>
                <a:gd name="T18" fmla="*/ 2490 w 4612"/>
                <a:gd name="T19" fmla="*/ 2840 h 4614"/>
                <a:gd name="T20" fmla="*/ 2032 w 4612"/>
                <a:gd name="T21" fmla="*/ 2381 h 4614"/>
                <a:gd name="T22" fmla="*/ 4612 w 4612"/>
                <a:gd name="T23" fmla="*/ 2387 h 4614"/>
                <a:gd name="T24" fmla="*/ 2307 w 4612"/>
                <a:gd name="T25" fmla="*/ 4614 h 4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612" h="4614">
                  <a:moveTo>
                    <a:pt x="2307" y="4614"/>
                  </a:moveTo>
                  <a:cubicBezTo>
                    <a:pt x="1035" y="4614"/>
                    <a:pt x="0" y="3579"/>
                    <a:pt x="0" y="2307"/>
                  </a:cubicBezTo>
                  <a:cubicBezTo>
                    <a:pt x="0" y="1035"/>
                    <a:pt x="1035" y="0"/>
                    <a:pt x="2307" y="0"/>
                  </a:cubicBezTo>
                  <a:cubicBezTo>
                    <a:pt x="3553" y="0"/>
                    <a:pt x="4570" y="992"/>
                    <a:pt x="4612" y="2227"/>
                  </a:cubicBezTo>
                  <a:lnTo>
                    <a:pt x="2031" y="2222"/>
                  </a:lnTo>
                  <a:lnTo>
                    <a:pt x="2479" y="1775"/>
                  </a:lnTo>
                  <a:lnTo>
                    <a:pt x="2367" y="1662"/>
                  </a:lnTo>
                  <a:lnTo>
                    <a:pt x="1727" y="2302"/>
                  </a:lnTo>
                  <a:lnTo>
                    <a:pt x="2378" y="2952"/>
                  </a:lnTo>
                  <a:lnTo>
                    <a:pt x="2490" y="2840"/>
                  </a:lnTo>
                  <a:lnTo>
                    <a:pt x="2032" y="2381"/>
                  </a:lnTo>
                  <a:lnTo>
                    <a:pt x="4612" y="2387"/>
                  </a:lnTo>
                  <a:cubicBezTo>
                    <a:pt x="4570" y="3622"/>
                    <a:pt x="3553" y="4614"/>
                    <a:pt x="2307" y="461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endParaRPr>
            </a:p>
          </p:txBody>
        </p:sp>
      </p:grpSp>
      <p:sp>
        <p:nvSpPr>
          <p:cNvPr id="9" name="标题 1"/>
          <p:cNvSpPr>
            <a:spLocks noGrp="1"/>
          </p:cNvSpPr>
          <p:nvPr/>
        </p:nvSpPr>
        <p:spPr>
          <a:xfrm>
            <a:off x="290830" y="384278"/>
            <a:ext cx="11506835" cy="48430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l">
              <a:lnSpc>
                <a:spcPct val="100000"/>
              </a:lnSpc>
              <a:defRPr lang="zh-CN" altLang="en-US" sz="2400" b="1" kern="1200" dirty="0">
                <a:solidFill>
                  <a:srgbClr val="0463C4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sz="2800" dirty="0">
                <a:solidFill>
                  <a:schemeClr val="bg1"/>
                </a:solidFill>
              </a:rPr>
              <a:t>  </a:t>
            </a:r>
            <a:r>
              <a:rPr lang="en-US" altLang="zh-CN" sz="2800" dirty="0">
                <a:solidFill>
                  <a:schemeClr val="bg1">
                    <a:alpha val="80000"/>
                  </a:schemeClr>
                </a:solidFill>
              </a:rPr>
              <a:t>07</a:t>
            </a:r>
            <a:r>
              <a:rPr lang="en-US" altLang="zh-CN" sz="2800" dirty="0">
                <a:solidFill>
                  <a:srgbClr val="0091D9"/>
                </a:solidFill>
              </a:rPr>
              <a:t>         </a:t>
            </a:r>
            <a:r>
              <a:rPr lang="zh-CN" altLang="en-US" sz="2800" dirty="0">
                <a:solidFill>
                  <a:srgbClr val="0091D9"/>
                </a:solidFill>
              </a:rPr>
              <a:t>批复</a:t>
            </a:r>
          </a:p>
        </p:txBody>
      </p:sp>
      <p:sp>
        <p:nvSpPr>
          <p:cNvPr id="5" name="内容占位符 13">
            <a:extLst>
              <a:ext uri="{FF2B5EF4-FFF2-40B4-BE49-F238E27FC236}">
                <a16:creationId xmlns:a16="http://schemas.microsoft.com/office/drawing/2014/main" id="{2AB57ED3-1274-88E7-D50A-2037642D3DC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01093" y="2432500"/>
            <a:ext cx="10652971" cy="3540427"/>
          </a:xfrm>
          <a:prstGeom prst="rect">
            <a:avLst/>
          </a:prstGeom>
        </p:spPr>
        <p:txBody>
          <a:bodyPr/>
          <a:lstStyle>
            <a:lvl1pPr eaLnBrk="1" fontAlgn="auto" latinLnBrk="0" hangingPunct="1">
              <a:lnSpc>
                <a:spcPct val="150000"/>
              </a:lnSpc>
              <a:defRPr sz="2000"/>
            </a:lvl1pPr>
            <a:lvl2pPr eaLnBrk="1" fontAlgn="auto" latinLnBrk="0" hangingPunct="1">
              <a:lnSpc>
                <a:spcPct val="150000"/>
              </a:lnSpc>
              <a:defRPr sz="2000"/>
            </a:lvl2pPr>
            <a:lvl3pPr eaLnBrk="1" fontAlgn="auto" latinLnBrk="0" hangingPunct="1">
              <a:lnSpc>
                <a:spcPct val="150000"/>
              </a:lnSpc>
              <a:defRPr sz="2000"/>
            </a:lvl3pPr>
            <a:lvl4pPr eaLnBrk="1" fontAlgn="auto" latinLnBrk="0" hangingPunct="1">
              <a:lnSpc>
                <a:spcPct val="150000"/>
              </a:lnSpc>
              <a:defRPr sz="2000"/>
            </a:lvl4pPr>
            <a:lvl5pPr eaLnBrk="1" fontAlgn="auto" latinLnBrk="0" hangingPunct="1">
              <a:lnSpc>
                <a:spcPct val="150000"/>
              </a:lnSpc>
              <a:defRPr sz="20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16574523"/>
      </p:ext>
    </p:extLst>
  </p:cSld>
  <p:clrMapOvr>
    <a:masterClrMapping/>
  </p:clrMapOvr>
  <p:transition spd="slow" advTm="0">
    <p:wipe dir="r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159657"/>
            <a:ext cx="12192000" cy="798286"/>
          </a:xfrm>
          <a:prstGeom prst="rect">
            <a:avLst/>
          </a:prstGeom>
          <a:solidFill>
            <a:srgbClr val="D6E8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任意多边形: 形状 3"/>
          <p:cNvSpPr/>
          <p:nvPr/>
        </p:nvSpPr>
        <p:spPr>
          <a:xfrm rot="5400000" flipH="1">
            <a:off x="130629" y="-188683"/>
            <a:ext cx="1219197" cy="1480455"/>
          </a:xfrm>
          <a:custGeom>
            <a:avLst/>
            <a:gdLst>
              <a:gd name="connsiteX0" fmla="*/ 6096001 w 6395847"/>
              <a:gd name="connsiteY0" fmla="*/ 7221665 h 7221666"/>
              <a:gd name="connsiteX1" fmla="*/ 6096001 w 6395847"/>
              <a:gd name="connsiteY1" fmla="*/ 7221666 h 7221666"/>
              <a:gd name="connsiteX2" fmla="*/ 3314700 w 6395847"/>
              <a:gd name="connsiteY2" fmla="*/ 7221666 h 7221666"/>
              <a:gd name="connsiteX3" fmla="*/ 2781301 w 6395847"/>
              <a:gd name="connsiteY3" fmla="*/ 7221666 h 7221666"/>
              <a:gd name="connsiteX4" fmla="*/ 0 w 6395847"/>
              <a:gd name="connsiteY4" fmla="*/ 7221666 h 7221666"/>
              <a:gd name="connsiteX5" fmla="*/ 0 w 6395847"/>
              <a:gd name="connsiteY5" fmla="*/ 3447952 h 7221666"/>
              <a:gd name="connsiteX6" fmla="*/ 1 w 6395847"/>
              <a:gd name="connsiteY6" fmla="*/ 3447952 h 7221666"/>
              <a:gd name="connsiteX7" fmla="*/ 1 w 6395847"/>
              <a:gd name="connsiteY7" fmla="*/ 3019060 h 7221666"/>
              <a:gd name="connsiteX8" fmla="*/ 279301 w 6395847"/>
              <a:gd name="connsiteY8" fmla="*/ 2344769 h 7221666"/>
              <a:gd name="connsiteX9" fmla="*/ 405446 w 6395847"/>
              <a:gd name="connsiteY9" fmla="*/ 2240690 h 7221666"/>
              <a:gd name="connsiteX10" fmla="*/ 404464 w 6395847"/>
              <a:gd name="connsiteY10" fmla="*/ 2239038 h 7221666"/>
              <a:gd name="connsiteX11" fmla="*/ 415115 w 6395847"/>
              <a:gd name="connsiteY11" fmla="*/ 2232712 h 7221666"/>
              <a:gd name="connsiteX12" fmla="*/ 420431 w 6395847"/>
              <a:gd name="connsiteY12" fmla="*/ 2228326 h 7221666"/>
              <a:gd name="connsiteX13" fmla="*/ 444464 w 6395847"/>
              <a:gd name="connsiteY13" fmla="*/ 2215281 h 7221666"/>
              <a:gd name="connsiteX14" fmla="*/ 3989796 w 6395847"/>
              <a:gd name="connsiteY14" fmla="*/ 109665 h 7221666"/>
              <a:gd name="connsiteX15" fmla="*/ 3993587 w 6395847"/>
              <a:gd name="connsiteY15" fmla="*/ 116048 h 7221666"/>
              <a:gd name="connsiteX16" fmla="*/ 4025229 w 6395847"/>
              <a:gd name="connsiteY16" fmla="*/ 96652 h 7221666"/>
              <a:gd name="connsiteX17" fmla="*/ 4920239 w 6395847"/>
              <a:gd name="connsiteY17" fmla="*/ 127915 h 7221666"/>
              <a:gd name="connsiteX18" fmla="*/ 5919213 w 6395847"/>
              <a:gd name="connsiteY18" fmla="*/ 704673 h 7221666"/>
              <a:gd name="connsiteX19" fmla="*/ 6030081 w 6395847"/>
              <a:gd name="connsiteY19" fmla="*/ 779366 h 7221666"/>
              <a:gd name="connsiteX20" fmla="*/ 6096000 w 6395847"/>
              <a:gd name="connsiteY20" fmla="*/ 838524 h 7221666"/>
              <a:gd name="connsiteX21" fmla="*/ 6096000 w 6395847"/>
              <a:gd name="connsiteY21" fmla="*/ 7221665 h 7221666"/>
              <a:gd name="connsiteX22" fmla="*/ 6221624 w 6395847"/>
              <a:gd name="connsiteY22" fmla="*/ 982469 h 7221666"/>
              <a:gd name="connsiteX23" fmla="*/ 6201936 w 6395847"/>
              <a:gd name="connsiteY23" fmla="*/ 954781 h 7221666"/>
              <a:gd name="connsiteX24" fmla="*/ 6210136 w 6395847"/>
              <a:gd name="connsiteY24" fmla="*/ 964466 h 7221666"/>
              <a:gd name="connsiteX25" fmla="*/ 6283768 w 6395847"/>
              <a:gd name="connsiteY25" fmla="*/ 1082992 h 7221666"/>
              <a:gd name="connsiteX26" fmla="*/ 6267120 w 6395847"/>
              <a:gd name="connsiteY26" fmla="*/ 1053774 h 7221666"/>
              <a:gd name="connsiteX27" fmla="*/ 6278411 w 6395847"/>
              <a:gd name="connsiteY27" fmla="*/ 1071469 h 7221666"/>
              <a:gd name="connsiteX28" fmla="*/ 6372765 w 6395847"/>
              <a:gd name="connsiteY28" fmla="*/ 1326510 h 7221666"/>
              <a:gd name="connsiteX29" fmla="*/ 6365409 w 6395847"/>
              <a:gd name="connsiteY29" fmla="*/ 1293851 h 7221666"/>
              <a:gd name="connsiteX30" fmla="*/ 6369173 w 6395847"/>
              <a:gd name="connsiteY30" fmla="*/ 1305870 h 7221666"/>
              <a:gd name="connsiteX31" fmla="*/ 6391257 w 6395847"/>
              <a:gd name="connsiteY31" fmla="*/ 1442433 h 7221666"/>
              <a:gd name="connsiteX32" fmla="*/ 6387139 w 6395847"/>
              <a:gd name="connsiteY32" fmla="*/ 1409114 h 7221666"/>
              <a:gd name="connsiteX33" fmla="*/ 6390749 w 6395847"/>
              <a:gd name="connsiteY33" fmla="*/ 1429863 h 7221666"/>
              <a:gd name="connsiteX34" fmla="*/ 6395847 w 6395847"/>
              <a:gd name="connsiteY34" fmla="*/ 1556116 h 7221666"/>
              <a:gd name="connsiteX35" fmla="*/ 6268252 w 6395847"/>
              <a:gd name="connsiteY35" fmla="*/ 2007304 h 7221666"/>
              <a:gd name="connsiteX36" fmla="*/ 6096001 w 6395847"/>
              <a:gd name="connsiteY36" fmla="*/ 2305652 h 7221666"/>
              <a:gd name="connsiteX37" fmla="*/ 6096001 w 6395847"/>
              <a:gd name="connsiteY37" fmla="*/ 2305651 h 7221666"/>
              <a:gd name="connsiteX38" fmla="*/ 6268252 w 6395847"/>
              <a:gd name="connsiteY38" fmla="*/ 2007303 h 7221666"/>
              <a:gd name="connsiteX39" fmla="*/ 6385798 w 6395847"/>
              <a:gd name="connsiteY39" fmla="*/ 1671419 h 7221666"/>
              <a:gd name="connsiteX40" fmla="*/ 6395847 w 6395847"/>
              <a:gd name="connsiteY40" fmla="*/ 1556116 h 722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6395847" h="7221666">
                <a:moveTo>
                  <a:pt x="6096001" y="7221665"/>
                </a:moveTo>
                <a:lnTo>
                  <a:pt x="6096001" y="7221666"/>
                </a:lnTo>
                <a:lnTo>
                  <a:pt x="3314700" y="7221666"/>
                </a:lnTo>
                <a:lnTo>
                  <a:pt x="2781301" y="7221666"/>
                </a:lnTo>
                <a:lnTo>
                  <a:pt x="0" y="7221666"/>
                </a:lnTo>
                <a:lnTo>
                  <a:pt x="0" y="3447952"/>
                </a:lnTo>
                <a:lnTo>
                  <a:pt x="1" y="3447952"/>
                </a:lnTo>
                <a:lnTo>
                  <a:pt x="1" y="3019060"/>
                </a:lnTo>
                <a:cubicBezTo>
                  <a:pt x="1" y="2755733"/>
                  <a:pt x="106735" y="2517335"/>
                  <a:pt x="279301" y="2344769"/>
                </a:cubicBezTo>
                <a:lnTo>
                  <a:pt x="405446" y="2240690"/>
                </a:lnTo>
                <a:lnTo>
                  <a:pt x="404464" y="2239038"/>
                </a:lnTo>
                <a:lnTo>
                  <a:pt x="415115" y="2232712"/>
                </a:lnTo>
                <a:lnTo>
                  <a:pt x="420431" y="2228326"/>
                </a:lnTo>
                <a:lnTo>
                  <a:pt x="444464" y="2215281"/>
                </a:lnTo>
                <a:lnTo>
                  <a:pt x="3989796" y="109665"/>
                </a:lnTo>
                <a:lnTo>
                  <a:pt x="3993587" y="116048"/>
                </a:lnTo>
                <a:lnTo>
                  <a:pt x="4025229" y="96652"/>
                </a:lnTo>
                <a:cubicBezTo>
                  <a:pt x="4300466" y="-37338"/>
                  <a:pt x="4635179" y="-36664"/>
                  <a:pt x="4920239" y="127915"/>
                </a:cubicBezTo>
                <a:lnTo>
                  <a:pt x="5919213" y="704673"/>
                </a:lnTo>
                <a:cubicBezTo>
                  <a:pt x="5958409" y="727303"/>
                  <a:pt x="5995390" y="752295"/>
                  <a:pt x="6030081" y="779366"/>
                </a:cubicBezTo>
                <a:lnTo>
                  <a:pt x="6096000" y="838524"/>
                </a:lnTo>
                <a:lnTo>
                  <a:pt x="6096000" y="7221665"/>
                </a:lnTo>
                <a:close/>
                <a:moveTo>
                  <a:pt x="6221624" y="982469"/>
                </a:moveTo>
                <a:lnTo>
                  <a:pt x="6201936" y="954781"/>
                </a:lnTo>
                <a:lnTo>
                  <a:pt x="6210136" y="964466"/>
                </a:lnTo>
                <a:close/>
                <a:moveTo>
                  <a:pt x="6283768" y="1082992"/>
                </a:moveTo>
                <a:lnTo>
                  <a:pt x="6267120" y="1053774"/>
                </a:lnTo>
                <a:lnTo>
                  <a:pt x="6278411" y="1071469"/>
                </a:lnTo>
                <a:close/>
                <a:moveTo>
                  <a:pt x="6372765" y="1326510"/>
                </a:moveTo>
                <a:lnTo>
                  <a:pt x="6365409" y="1293851"/>
                </a:lnTo>
                <a:lnTo>
                  <a:pt x="6369173" y="1305870"/>
                </a:lnTo>
                <a:close/>
                <a:moveTo>
                  <a:pt x="6391257" y="1442433"/>
                </a:moveTo>
                <a:lnTo>
                  <a:pt x="6387139" y="1409114"/>
                </a:lnTo>
                <a:lnTo>
                  <a:pt x="6390749" y="1429863"/>
                </a:lnTo>
                <a:close/>
                <a:moveTo>
                  <a:pt x="6395847" y="1556116"/>
                </a:moveTo>
                <a:cubicBezTo>
                  <a:pt x="6391855" y="1709831"/>
                  <a:pt x="6350542" y="1864774"/>
                  <a:pt x="6268252" y="2007304"/>
                </a:cubicBezTo>
                <a:lnTo>
                  <a:pt x="6096001" y="2305652"/>
                </a:lnTo>
                <a:lnTo>
                  <a:pt x="6096001" y="2305651"/>
                </a:lnTo>
                <a:lnTo>
                  <a:pt x="6268252" y="2007303"/>
                </a:lnTo>
                <a:cubicBezTo>
                  <a:pt x="6329969" y="1900406"/>
                  <a:pt x="6368637" y="1786526"/>
                  <a:pt x="6385798" y="1671419"/>
                </a:cubicBezTo>
                <a:lnTo>
                  <a:pt x="6395847" y="1556116"/>
                </a:lnTo>
                <a:close/>
              </a:path>
            </a:pathLst>
          </a:custGeom>
          <a:gradFill>
            <a:gsLst>
              <a:gs pos="0">
                <a:srgbClr val="0165C5"/>
              </a:gs>
              <a:gs pos="100000">
                <a:srgbClr val="0165C5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阿里巴巴普惠体" panose="00020600040101010101" pitchFamily="18" charset="-122"/>
              <a:ea typeface="微软雅黑" panose="020B0503020204020204" pitchFamily="34" charset="-122"/>
              <a:sym typeface="Segoe UI" panose="020B0502040204020203" pitchFamily="3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1915" y="375709"/>
            <a:ext cx="2251713" cy="383211"/>
          </a:xfrm>
          <a:prstGeom prst="rect">
            <a:avLst/>
          </a:prstGeom>
        </p:spPr>
      </p:pic>
      <p:grpSp>
        <p:nvGrpSpPr>
          <p:cNvPr id="7" name="组合 6"/>
          <p:cNvGrpSpPr/>
          <p:nvPr/>
        </p:nvGrpSpPr>
        <p:grpSpPr>
          <a:xfrm>
            <a:off x="801093" y="1443871"/>
            <a:ext cx="714694" cy="714694"/>
            <a:chOff x="8289913" y="2508666"/>
            <a:chExt cx="714694" cy="714694"/>
          </a:xfrm>
        </p:grpSpPr>
        <p:sp>
          <p:nvSpPr>
            <p:cNvPr id="8" name="椭圆 7"/>
            <p:cNvSpPr/>
            <p:nvPr/>
          </p:nvSpPr>
          <p:spPr>
            <a:xfrm>
              <a:off x="8289913" y="2508666"/>
              <a:ext cx="714694" cy="714694"/>
            </a:xfrm>
            <a:prstGeom prst="ellipse">
              <a:avLst/>
            </a:prstGeom>
            <a:solidFill>
              <a:srgbClr val="0463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5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endParaRPr>
            </a:p>
          </p:txBody>
        </p:sp>
        <p:sp>
          <p:nvSpPr>
            <p:cNvPr id="10" name="arrow-pointing-left-circular-button_20407"/>
            <p:cNvSpPr>
              <a:spLocks noChangeAspect="1"/>
            </p:cNvSpPr>
            <p:nvPr/>
          </p:nvSpPr>
          <p:spPr bwMode="auto">
            <a:xfrm>
              <a:off x="8444698" y="2663709"/>
              <a:ext cx="405123" cy="404607"/>
            </a:xfrm>
            <a:custGeom>
              <a:avLst/>
              <a:gdLst>
                <a:gd name="T0" fmla="*/ 2307 w 4612"/>
                <a:gd name="T1" fmla="*/ 4614 h 4614"/>
                <a:gd name="T2" fmla="*/ 0 w 4612"/>
                <a:gd name="T3" fmla="*/ 2307 h 4614"/>
                <a:gd name="T4" fmla="*/ 2307 w 4612"/>
                <a:gd name="T5" fmla="*/ 0 h 4614"/>
                <a:gd name="T6" fmla="*/ 4612 w 4612"/>
                <a:gd name="T7" fmla="*/ 2227 h 4614"/>
                <a:gd name="T8" fmla="*/ 2031 w 4612"/>
                <a:gd name="T9" fmla="*/ 2222 h 4614"/>
                <a:gd name="T10" fmla="*/ 2479 w 4612"/>
                <a:gd name="T11" fmla="*/ 1775 h 4614"/>
                <a:gd name="T12" fmla="*/ 2367 w 4612"/>
                <a:gd name="T13" fmla="*/ 1662 h 4614"/>
                <a:gd name="T14" fmla="*/ 1727 w 4612"/>
                <a:gd name="T15" fmla="*/ 2302 h 4614"/>
                <a:gd name="T16" fmla="*/ 2378 w 4612"/>
                <a:gd name="T17" fmla="*/ 2952 h 4614"/>
                <a:gd name="T18" fmla="*/ 2490 w 4612"/>
                <a:gd name="T19" fmla="*/ 2840 h 4614"/>
                <a:gd name="T20" fmla="*/ 2032 w 4612"/>
                <a:gd name="T21" fmla="*/ 2381 h 4614"/>
                <a:gd name="T22" fmla="*/ 4612 w 4612"/>
                <a:gd name="T23" fmla="*/ 2387 h 4614"/>
                <a:gd name="T24" fmla="*/ 2307 w 4612"/>
                <a:gd name="T25" fmla="*/ 4614 h 4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612" h="4614">
                  <a:moveTo>
                    <a:pt x="2307" y="4614"/>
                  </a:moveTo>
                  <a:cubicBezTo>
                    <a:pt x="1035" y="4614"/>
                    <a:pt x="0" y="3579"/>
                    <a:pt x="0" y="2307"/>
                  </a:cubicBezTo>
                  <a:cubicBezTo>
                    <a:pt x="0" y="1035"/>
                    <a:pt x="1035" y="0"/>
                    <a:pt x="2307" y="0"/>
                  </a:cubicBezTo>
                  <a:cubicBezTo>
                    <a:pt x="3553" y="0"/>
                    <a:pt x="4570" y="992"/>
                    <a:pt x="4612" y="2227"/>
                  </a:cubicBezTo>
                  <a:lnTo>
                    <a:pt x="2031" y="2222"/>
                  </a:lnTo>
                  <a:lnTo>
                    <a:pt x="2479" y="1775"/>
                  </a:lnTo>
                  <a:lnTo>
                    <a:pt x="2367" y="1662"/>
                  </a:lnTo>
                  <a:lnTo>
                    <a:pt x="1727" y="2302"/>
                  </a:lnTo>
                  <a:lnTo>
                    <a:pt x="2378" y="2952"/>
                  </a:lnTo>
                  <a:lnTo>
                    <a:pt x="2490" y="2840"/>
                  </a:lnTo>
                  <a:lnTo>
                    <a:pt x="2032" y="2381"/>
                  </a:lnTo>
                  <a:lnTo>
                    <a:pt x="4612" y="2387"/>
                  </a:lnTo>
                  <a:cubicBezTo>
                    <a:pt x="4570" y="3622"/>
                    <a:pt x="3553" y="4614"/>
                    <a:pt x="2307" y="461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endParaRPr>
            </a:p>
          </p:txBody>
        </p:sp>
      </p:grpSp>
      <p:sp>
        <p:nvSpPr>
          <p:cNvPr id="11" name="矩形 3"/>
          <p:cNvSpPr/>
          <p:nvPr/>
        </p:nvSpPr>
        <p:spPr>
          <a:xfrm>
            <a:off x="747487" y="2313608"/>
            <a:ext cx="10697028" cy="407729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endParaRPr lang="ru-RU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阿里巴巴普惠体" panose="00020600040101010101" pitchFamily="18" charset="-122"/>
            </a:endParaRPr>
          </a:p>
        </p:txBody>
      </p:sp>
      <p:sp>
        <p:nvSpPr>
          <p:cNvPr id="15" name="标题 1"/>
          <p:cNvSpPr>
            <a:spLocks noGrp="1"/>
          </p:cNvSpPr>
          <p:nvPr>
            <p:ph type="title" hasCustomPrompt="1"/>
          </p:nvPr>
        </p:nvSpPr>
        <p:spPr>
          <a:xfrm>
            <a:off x="1670572" y="1555775"/>
            <a:ext cx="101273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>
              <a:lnSpc>
                <a:spcPct val="100000"/>
              </a:lnSpc>
              <a:defRPr lang="zh-CN" altLang="en-US" sz="2400" b="1" kern="1200" dirty="0">
                <a:solidFill>
                  <a:srgbClr val="0463C4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/>
            <a:r>
              <a:rPr lang="zh-CN" altLang="en-US" dirty="0"/>
              <a:t>单击此处编辑母版标题样式 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057B88A-48E7-5510-D21C-302607EC0201}"/>
              </a:ext>
            </a:extLst>
          </p:cNvPr>
          <p:cNvSpPr>
            <a:spLocks noGrp="1"/>
          </p:cNvSpPr>
          <p:nvPr/>
        </p:nvSpPr>
        <p:spPr>
          <a:xfrm>
            <a:off x="290830" y="384278"/>
            <a:ext cx="11506835" cy="48430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l">
              <a:lnSpc>
                <a:spcPct val="100000"/>
              </a:lnSpc>
              <a:defRPr lang="zh-CN" altLang="en-US" sz="2400" b="1" kern="1200" dirty="0">
                <a:solidFill>
                  <a:srgbClr val="0463C4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sz="2800" dirty="0">
                <a:solidFill>
                  <a:schemeClr val="bg1"/>
                </a:solidFill>
              </a:rPr>
              <a:t>  </a:t>
            </a:r>
            <a:r>
              <a:rPr lang="en-US" altLang="zh-CN" sz="2800" dirty="0">
                <a:solidFill>
                  <a:schemeClr val="bg1">
                    <a:alpha val="80000"/>
                  </a:schemeClr>
                </a:solidFill>
              </a:rPr>
              <a:t>07</a:t>
            </a:r>
            <a:r>
              <a:rPr lang="en-US" altLang="zh-CN" sz="2800" dirty="0">
                <a:solidFill>
                  <a:srgbClr val="0091D9"/>
                </a:solidFill>
              </a:rPr>
              <a:t>         </a:t>
            </a:r>
            <a:r>
              <a:rPr lang="zh-CN" altLang="en-US" sz="2800" b="1" kern="1200" dirty="0">
                <a:solidFill>
                  <a:srgbClr val="0091D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rPr>
              <a:t>财务管理的环境</a:t>
            </a:r>
            <a:endParaRPr lang="zh-CN" altLang="en-US" sz="2800" dirty="0">
              <a:solidFill>
                <a:srgbClr val="0091D9"/>
              </a:solidFill>
            </a:endParaRPr>
          </a:p>
        </p:txBody>
      </p:sp>
      <p:sp>
        <p:nvSpPr>
          <p:cNvPr id="9" name="内容占位符 22">
            <a:extLst>
              <a:ext uri="{FF2B5EF4-FFF2-40B4-BE49-F238E27FC236}">
                <a16:creationId xmlns:a16="http://schemas.microsoft.com/office/drawing/2014/main" id="{4FCB1552-F63F-5BAC-C851-A95C7C1C282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024731" y="2516808"/>
            <a:ext cx="10142537" cy="323051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/>
            </a:lvl1pPr>
            <a:lvl2pPr>
              <a:defRPr sz="2000"/>
            </a:lvl2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47878720"/>
      </p:ext>
    </p:extLst>
  </p:cSld>
  <p:clrMapOvr>
    <a:masterClrMapping/>
  </p:clrMapOvr>
  <p:transition spd="slow" advTm="0">
    <p:wipe dir="r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159657"/>
            <a:ext cx="12192000" cy="798286"/>
          </a:xfrm>
          <a:prstGeom prst="rect">
            <a:avLst/>
          </a:prstGeom>
          <a:solidFill>
            <a:srgbClr val="D6E8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任意多边形: 形状 3"/>
          <p:cNvSpPr/>
          <p:nvPr/>
        </p:nvSpPr>
        <p:spPr>
          <a:xfrm rot="5400000" flipH="1">
            <a:off x="130629" y="-188683"/>
            <a:ext cx="1219197" cy="1480455"/>
          </a:xfrm>
          <a:custGeom>
            <a:avLst/>
            <a:gdLst>
              <a:gd name="connsiteX0" fmla="*/ 6096001 w 6395847"/>
              <a:gd name="connsiteY0" fmla="*/ 7221665 h 7221666"/>
              <a:gd name="connsiteX1" fmla="*/ 6096001 w 6395847"/>
              <a:gd name="connsiteY1" fmla="*/ 7221666 h 7221666"/>
              <a:gd name="connsiteX2" fmla="*/ 3314700 w 6395847"/>
              <a:gd name="connsiteY2" fmla="*/ 7221666 h 7221666"/>
              <a:gd name="connsiteX3" fmla="*/ 2781301 w 6395847"/>
              <a:gd name="connsiteY3" fmla="*/ 7221666 h 7221666"/>
              <a:gd name="connsiteX4" fmla="*/ 0 w 6395847"/>
              <a:gd name="connsiteY4" fmla="*/ 7221666 h 7221666"/>
              <a:gd name="connsiteX5" fmla="*/ 0 w 6395847"/>
              <a:gd name="connsiteY5" fmla="*/ 3447952 h 7221666"/>
              <a:gd name="connsiteX6" fmla="*/ 1 w 6395847"/>
              <a:gd name="connsiteY6" fmla="*/ 3447952 h 7221666"/>
              <a:gd name="connsiteX7" fmla="*/ 1 w 6395847"/>
              <a:gd name="connsiteY7" fmla="*/ 3019060 h 7221666"/>
              <a:gd name="connsiteX8" fmla="*/ 279301 w 6395847"/>
              <a:gd name="connsiteY8" fmla="*/ 2344769 h 7221666"/>
              <a:gd name="connsiteX9" fmla="*/ 405446 w 6395847"/>
              <a:gd name="connsiteY9" fmla="*/ 2240690 h 7221666"/>
              <a:gd name="connsiteX10" fmla="*/ 404464 w 6395847"/>
              <a:gd name="connsiteY10" fmla="*/ 2239038 h 7221666"/>
              <a:gd name="connsiteX11" fmla="*/ 415115 w 6395847"/>
              <a:gd name="connsiteY11" fmla="*/ 2232712 h 7221666"/>
              <a:gd name="connsiteX12" fmla="*/ 420431 w 6395847"/>
              <a:gd name="connsiteY12" fmla="*/ 2228326 h 7221666"/>
              <a:gd name="connsiteX13" fmla="*/ 444464 w 6395847"/>
              <a:gd name="connsiteY13" fmla="*/ 2215281 h 7221666"/>
              <a:gd name="connsiteX14" fmla="*/ 3989796 w 6395847"/>
              <a:gd name="connsiteY14" fmla="*/ 109665 h 7221666"/>
              <a:gd name="connsiteX15" fmla="*/ 3993587 w 6395847"/>
              <a:gd name="connsiteY15" fmla="*/ 116048 h 7221666"/>
              <a:gd name="connsiteX16" fmla="*/ 4025229 w 6395847"/>
              <a:gd name="connsiteY16" fmla="*/ 96652 h 7221666"/>
              <a:gd name="connsiteX17" fmla="*/ 4920239 w 6395847"/>
              <a:gd name="connsiteY17" fmla="*/ 127915 h 7221666"/>
              <a:gd name="connsiteX18" fmla="*/ 5919213 w 6395847"/>
              <a:gd name="connsiteY18" fmla="*/ 704673 h 7221666"/>
              <a:gd name="connsiteX19" fmla="*/ 6030081 w 6395847"/>
              <a:gd name="connsiteY19" fmla="*/ 779366 h 7221666"/>
              <a:gd name="connsiteX20" fmla="*/ 6096000 w 6395847"/>
              <a:gd name="connsiteY20" fmla="*/ 838524 h 7221666"/>
              <a:gd name="connsiteX21" fmla="*/ 6096000 w 6395847"/>
              <a:gd name="connsiteY21" fmla="*/ 7221665 h 7221666"/>
              <a:gd name="connsiteX22" fmla="*/ 6221624 w 6395847"/>
              <a:gd name="connsiteY22" fmla="*/ 982469 h 7221666"/>
              <a:gd name="connsiteX23" fmla="*/ 6201936 w 6395847"/>
              <a:gd name="connsiteY23" fmla="*/ 954781 h 7221666"/>
              <a:gd name="connsiteX24" fmla="*/ 6210136 w 6395847"/>
              <a:gd name="connsiteY24" fmla="*/ 964466 h 7221666"/>
              <a:gd name="connsiteX25" fmla="*/ 6283768 w 6395847"/>
              <a:gd name="connsiteY25" fmla="*/ 1082992 h 7221666"/>
              <a:gd name="connsiteX26" fmla="*/ 6267120 w 6395847"/>
              <a:gd name="connsiteY26" fmla="*/ 1053774 h 7221666"/>
              <a:gd name="connsiteX27" fmla="*/ 6278411 w 6395847"/>
              <a:gd name="connsiteY27" fmla="*/ 1071469 h 7221666"/>
              <a:gd name="connsiteX28" fmla="*/ 6372765 w 6395847"/>
              <a:gd name="connsiteY28" fmla="*/ 1326510 h 7221666"/>
              <a:gd name="connsiteX29" fmla="*/ 6365409 w 6395847"/>
              <a:gd name="connsiteY29" fmla="*/ 1293851 h 7221666"/>
              <a:gd name="connsiteX30" fmla="*/ 6369173 w 6395847"/>
              <a:gd name="connsiteY30" fmla="*/ 1305870 h 7221666"/>
              <a:gd name="connsiteX31" fmla="*/ 6391257 w 6395847"/>
              <a:gd name="connsiteY31" fmla="*/ 1442433 h 7221666"/>
              <a:gd name="connsiteX32" fmla="*/ 6387139 w 6395847"/>
              <a:gd name="connsiteY32" fmla="*/ 1409114 h 7221666"/>
              <a:gd name="connsiteX33" fmla="*/ 6390749 w 6395847"/>
              <a:gd name="connsiteY33" fmla="*/ 1429863 h 7221666"/>
              <a:gd name="connsiteX34" fmla="*/ 6395847 w 6395847"/>
              <a:gd name="connsiteY34" fmla="*/ 1556116 h 7221666"/>
              <a:gd name="connsiteX35" fmla="*/ 6268252 w 6395847"/>
              <a:gd name="connsiteY35" fmla="*/ 2007304 h 7221666"/>
              <a:gd name="connsiteX36" fmla="*/ 6096001 w 6395847"/>
              <a:gd name="connsiteY36" fmla="*/ 2305652 h 7221666"/>
              <a:gd name="connsiteX37" fmla="*/ 6096001 w 6395847"/>
              <a:gd name="connsiteY37" fmla="*/ 2305651 h 7221666"/>
              <a:gd name="connsiteX38" fmla="*/ 6268252 w 6395847"/>
              <a:gd name="connsiteY38" fmla="*/ 2007303 h 7221666"/>
              <a:gd name="connsiteX39" fmla="*/ 6385798 w 6395847"/>
              <a:gd name="connsiteY39" fmla="*/ 1671419 h 7221666"/>
              <a:gd name="connsiteX40" fmla="*/ 6395847 w 6395847"/>
              <a:gd name="connsiteY40" fmla="*/ 1556116 h 722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6395847" h="7221666">
                <a:moveTo>
                  <a:pt x="6096001" y="7221665"/>
                </a:moveTo>
                <a:lnTo>
                  <a:pt x="6096001" y="7221666"/>
                </a:lnTo>
                <a:lnTo>
                  <a:pt x="3314700" y="7221666"/>
                </a:lnTo>
                <a:lnTo>
                  <a:pt x="2781301" y="7221666"/>
                </a:lnTo>
                <a:lnTo>
                  <a:pt x="0" y="7221666"/>
                </a:lnTo>
                <a:lnTo>
                  <a:pt x="0" y="3447952"/>
                </a:lnTo>
                <a:lnTo>
                  <a:pt x="1" y="3447952"/>
                </a:lnTo>
                <a:lnTo>
                  <a:pt x="1" y="3019060"/>
                </a:lnTo>
                <a:cubicBezTo>
                  <a:pt x="1" y="2755733"/>
                  <a:pt x="106735" y="2517335"/>
                  <a:pt x="279301" y="2344769"/>
                </a:cubicBezTo>
                <a:lnTo>
                  <a:pt x="405446" y="2240690"/>
                </a:lnTo>
                <a:lnTo>
                  <a:pt x="404464" y="2239038"/>
                </a:lnTo>
                <a:lnTo>
                  <a:pt x="415115" y="2232712"/>
                </a:lnTo>
                <a:lnTo>
                  <a:pt x="420431" y="2228326"/>
                </a:lnTo>
                <a:lnTo>
                  <a:pt x="444464" y="2215281"/>
                </a:lnTo>
                <a:lnTo>
                  <a:pt x="3989796" y="109665"/>
                </a:lnTo>
                <a:lnTo>
                  <a:pt x="3993587" y="116048"/>
                </a:lnTo>
                <a:lnTo>
                  <a:pt x="4025229" y="96652"/>
                </a:lnTo>
                <a:cubicBezTo>
                  <a:pt x="4300466" y="-37338"/>
                  <a:pt x="4635179" y="-36664"/>
                  <a:pt x="4920239" y="127915"/>
                </a:cubicBezTo>
                <a:lnTo>
                  <a:pt x="5919213" y="704673"/>
                </a:lnTo>
                <a:cubicBezTo>
                  <a:pt x="5958409" y="727303"/>
                  <a:pt x="5995390" y="752295"/>
                  <a:pt x="6030081" y="779366"/>
                </a:cubicBezTo>
                <a:lnTo>
                  <a:pt x="6096000" y="838524"/>
                </a:lnTo>
                <a:lnTo>
                  <a:pt x="6096000" y="7221665"/>
                </a:lnTo>
                <a:close/>
                <a:moveTo>
                  <a:pt x="6221624" y="982469"/>
                </a:moveTo>
                <a:lnTo>
                  <a:pt x="6201936" y="954781"/>
                </a:lnTo>
                <a:lnTo>
                  <a:pt x="6210136" y="964466"/>
                </a:lnTo>
                <a:close/>
                <a:moveTo>
                  <a:pt x="6283768" y="1082992"/>
                </a:moveTo>
                <a:lnTo>
                  <a:pt x="6267120" y="1053774"/>
                </a:lnTo>
                <a:lnTo>
                  <a:pt x="6278411" y="1071469"/>
                </a:lnTo>
                <a:close/>
                <a:moveTo>
                  <a:pt x="6372765" y="1326510"/>
                </a:moveTo>
                <a:lnTo>
                  <a:pt x="6365409" y="1293851"/>
                </a:lnTo>
                <a:lnTo>
                  <a:pt x="6369173" y="1305870"/>
                </a:lnTo>
                <a:close/>
                <a:moveTo>
                  <a:pt x="6391257" y="1442433"/>
                </a:moveTo>
                <a:lnTo>
                  <a:pt x="6387139" y="1409114"/>
                </a:lnTo>
                <a:lnTo>
                  <a:pt x="6390749" y="1429863"/>
                </a:lnTo>
                <a:close/>
                <a:moveTo>
                  <a:pt x="6395847" y="1556116"/>
                </a:moveTo>
                <a:cubicBezTo>
                  <a:pt x="6391855" y="1709831"/>
                  <a:pt x="6350542" y="1864774"/>
                  <a:pt x="6268252" y="2007304"/>
                </a:cubicBezTo>
                <a:lnTo>
                  <a:pt x="6096001" y="2305652"/>
                </a:lnTo>
                <a:lnTo>
                  <a:pt x="6096001" y="2305651"/>
                </a:lnTo>
                <a:lnTo>
                  <a:pt x="6268252" y="2007303"/>
                </a:lnTo>
                <a:cubicBezTo>
                  <a:pt x="6329969" y="1900406"/>
                  <a:pt x="6368637" y="1786526"/>
                  <a:pt x="6385798" y="1671419"/>
                </a:cubicBezTo>
                <a:lnTo>
                  <a:pt x="6395847" y="1556116"/>
                </a:lnTo>
                <a:close/>
              </a:path>
            </a:pathLst>
          </a:custGeom>
          <a:gradFill>
            <a:gsLst>
              <a:gs pos="0">
                <a:srgbClr val="0165C5"/>
              </a:gs>
              <a:gs pos="100000">
                <a:srgbClr val="0165C5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阿里巴巴普惠体" panose="00020600040101010101" pitchFamily="18" charset="-122"/>
              <a:ea typeface="微软雅黑" panose="020B0503020204020204" pitchFamily="34" charset="-122"/>
              <a:sym typeface="Segoe UI" panose="020B0502040204020203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670572" y="1555775"/>
            <a:ext cx="101273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>
              <a:lnSpc>
                <a:spcPct val="100000"/>
              </a:lnSpc>
              <a:defRPr lang="zh-CN" altLang="en-US" sz="2400" b="1" kern="1200" dirty="0">
                <a:solidFill>
                  <a:srgbClr val="0463C4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/>
            <a:r>
              <a:rPr lang="zh-CN" altLang="en-US" dirty="0"/>
              <a:t>单击此处编辑母版标题样式 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1915" y="375709"/>
            <a:ext cx="2251713" cy="383211"/>
          </a:xfrm>
          <a:prstGeom prst="rect">
            <a:avLst/>
          </a:prstGeom>
        </p:spPr>
      </p:pic>
      <p:sp>
        <p:nvSpPr>
          <p:cNvPr id="14" name="内容占位符 13"/>
          <p:cNvSpPr>
            <a:spLocks noGrp="1"/>
          </p:cNvSpPr>
          <p:nvPr>
            <p:ph sz="quarter" idx="11"/>
          </p:nvPr>
        </p:nvSpPr>
        <p:spPr>
          <a:xfrm>
            <a:off x="524202" y="2368647"/>
            <a:ext cx="11299202" cy="3540427"/>
          </a:xfrm>
          <a:prstGeom prst="rect">
            <a:avLst/>
          </a:prstGeom>
        </p:spPr>
        <p:txBody>
          <a:bodyPr/>
          <a:lstStyle>
            <a:lvl1pPr eaLnBrk="1" fontAlgn="auto" latinLnBrk="0" hangingPunct="1">
              <a:lnSpc>
                <a:spcPct val="150000"/>
              </a:lnSpc>
              <a:defRPr sz="2000"/>
            </a:lvl1pPr>
            <a:lvl2pPr eaLnBrk="1" fontAlgn="auto" latinLnBrk="0" hangingPunct="1">
              <a:lnSpc>
                <a:spcPct val="150000"/>
              </a:lnSpc>
              <a:defRPr sz="2000"/>
            </a:lvl2pPr>
            <a:lvl3pPr eaLnBrk="1" fontAlgn="auto" latinLnBrk="0" hangingPunct="1">
              <a:lnSpc>
                <a:spcPct val="150000"/>
              </a:lnSpc>
              <a:defRPr sz="2000"/>
            </a:lvl3pPr>
            <a:lvl4pPr eaLnBrk="1" fontAlgn="auto" latinLnBrk="0" hangingPunct="1">
              <a:lnSpc>
                <a:spcPct val="150000"/>
              </a:lnSpc>
              <a:defRPr sz="2000"/>
            </a:lvl4pPr>
            <a:lvl5pPr eaLnBrk="1" fontAlgn="auto" latinLnBrk="0" hangingPunct="1">
              <a:lnSpc>
                <a:spcPct val="150000"/>
              </a:lnSpc>
              <a:defRPr sz="20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grpSp>
        <p:nvGrpSpPr>
          <p:cNvPr id="6" name="组合 5"/>
          <p:cNvGrpSpPr/>
          <p:nvPr/>
        </p:nvGrpSpPr>
        <p:grpSpPr>
          <a:xfrm>
            <a:off x="801093" y="1443871"/>
            <a:ext cx="714694" cy="714694"/>
            <a:chOff x="8289913" y="2508666"/>
            <a:chExt cx="714694" cy="714694"/>
          </a:xfrm>
        </p:grpSpPr>
        <p:sp>
          <p:nvSpPr>
            <p:cNvPr id="7" name="椭圆 6"/>
            <p:cNvSpPr/>
            <p:nvPr/>
          </p:nvSpPr>
          <p:spPr>
            <a:xfrm>
              <a:off x="8289913" y="2508666"/>
              <a:ext cx="714694" cy="714694"/>
            </a:xfrm>
            <a:prstGeom prst="ellipse">
              <a:avLst/>
            </a:prstGeom>
            <a:solidFill>
              <a:srgbClr val="0463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5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endParaRPr>
            </a:p>
          </p:txBody>
        </p:sp>
        <p:sp>
          <p:nvSpPr>
            <p:cNvPr id="8" name="arrow-pointing-left-circular-button_20407"/>
            <p:cNvSpPr>
              <a:spLocks noChangeAspect="1"/>
            </p:cNvSpPr>
            <p:nvPr/>
          </p:nvSpPr>
          <p:spPr bwMode="auto">
            <a:xfrm>
              <a:off x="8444698" y="2663709"/>
              <a:ext cx="405123" cy="404607"/>
            </a:xfrm>
            <a:custGeom>
              <a:avLst/>
              <a:gdLst>
                <a:gd name="T0" fmla="*/ 2307 w 4612"/>
                <a:gd name="T1" fmla="*/ 4614 h 4614"/>
                <a:gd name="T2" fmla="*/ 0 w 4612"/>
                <a:gd name="T3" fmla="*/ 2307 h 4614"/>
                <a:gd name="T4" fmla="*/ 2307 w 4612"/>
                <a:gd name="T5" fmla="*/ 0 h 4614"/>
                <a:gd name="T6" fmla="*/ 4612 w 4612"/>
                <a:gd name="T7" fmla="*/ 2227 h 4614"/>
                <a:gd name="T8" fmla="*/ 2031 w 4612"/>
                <a:gd name="T9" fmla="*/ 2222 h 4614"/>
                <a:gd name="T10" fmla="*/ 2479 w 4612"/>
                <a:gd name="T11" fmla="*/ 1775 h 4614"/>
                <a:gd name="T12" fmla="*/ 2367 w 4612"/>
                <a:gd name="T13" fmla="*/ 1662 h 4614"/>
                <a:gd name="T14" fmla="*/ 1727 w 4612"/>
                <a:gd name="T15" fmla="*/ 2302 h 4614"/>
                <a:gd name="T16" fmla="*/ 2378 w 4612"/>
                <a:gd name="T17" fmla="*/ 2952 h 4614"/>
                <a:gd name="T18" fmla="*/ 2490 w 4612"/>
                <a:gd name="T19" fmla="*/ 2840 h 4614"/>
                <a:gd name="T20" fmla="*/ 2032 w 4612"/>
                <a:gd name="T21" fmla="*/ 2381 h 4614"/>
                <a:gd name="T22" fmla="*/ 4612 w 4612"/>
                <a:gd name="T23" fmla="*/ 2387 h 4614"/>
                <a:gd name="T24" fmla="*/ 2307 w 4612"/>
                <a:gd name="T25" fmla="*/ 4614 h 4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612" h="4614">
                  <a:moveTo>
                    <a:pt x="2307" y="4614"/>
                  </a:moveTo>
                  <a:cubicBezTo>
                    <a:pt x="1035" y="4614"/>
                    <a:pt x="0" y="3579"/>
                    <a:pt x="0" y="2307"/>
                  </a:cubicBezTo>
                  <a:cubicBezTo>
                    <a:pt x="0" y="1035"/>
                    <a:pt x="1035" y="0"/>
                    <a:pt x="2307" y="0"/>
                  </a:cubicBezTo>
                  <a:cubicBezTo>
                    <a:pt x="3553" y="0"/>
                    <a:pt x="4570" y="992"/>
                    <a:pt x="4612" y="2227"/>
                  </a:cubicBezTo>
                  <a:lnTo>
                    <a:pt x="2031" y="2222"/>
                  </a:lnTo>
                  <a:lnTo>
                    <a:pt x="2479" y="1775"/>
                  </a:lnTo>
                  <a:lnTo>
                    <a:pt x="2367" y="1662"/>
                  </a:lnTo>
                  <a:lnTo>
                    <a:pt x="1727" y="2302"/>
                  </a:lnTo>
                  <a:lnTo>
                    <a:pt x="2378" y="2952"/>
                  </a:lnTo>
                  <a:lnTo>
                    <a:pt x="2490" y="2840"/>
                  </a:lnTo>
                  <a:lnTo>
                    <a:pt x="2032" y="2381"/>
                  </a:lnTo>
                  <a:lnTo>
                    <a:pt x="4612" y="2387"/>
                  </a:lnTo>
                  <a:cubicBezTo>
                    <a:pt x="4570" y="3622"/>
                    <a:pt x="3553" y="4614"/>
                    <a:pt x="2307" y="461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endParaRPr>
            </a:p>
          </p:txBody>
        </p:sp>
      </p:grpSp>
      <p:sp>
        <p:nvSpPr>
          <p:cNvPr id="9" name="标题 1"/>
          <p:cNvSpPr>
            <a:spLocks noGrp="1"/>
          </p:cNvSpPr>
          <p:nvPr/>
        </p:nvSpPr>
        <p:spPr>
          <a:xfrm>
            <a:off x="290830" y="384278"/>
            <a:ext cx="11506835" cy="48430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l">
              <a:lnSpc>
                <a:spcPct val="100000"/>
              </a:lnSpc>
              <a:defRPr lang="zh-CN" altLang="en-US" sz="2400" b="1" kern="1200" dirty="0">
                <a:solidFill>
                  <a:srgbClr val="0463C4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sz="2800" dirty="0">
                <a:solidFill>
                  <a:schemeClr val="bg1"/>
                </a:solidFill>
              </a:rPr>
              <a:t>  </a:t>
            </a:r>
            <a:r>
              <a:rPr lang="en-US" altLang="zh-CN" sz="2800" dirty="0">
                <a:solidFill>
                  <a:schemeClr val="bg1">
                    <a:alpha val="80000"/>
                  </a:schemeClr>
                </a:solidFill>
              </a:rPr>
              <a:t>08</a:t>
            </a:r>
            <a:r>
              <a:rPr lang="en-US" altLang="zh-CN" sz="2800" dirty="0">
                <a:solidFill>
                  <a:srgbClr val="0091D9"/>
                </a:solidFill>
              </a:rPr>
              <a:t>         </a:t>
            </a:r>
            <a:r>
              <a:rPr lang="zh-CN" altLang="en-US" sz="2800" dirty="0">
                <a:solidFill>
                  <a:srgbClr val="0091D9"/>
                </a:solidFill>
              </a:rPr>
              <a:t>报告</a:t>
            </a:r>
          </a:p>
        </p:txBody>
      </p:sp>
    </p:spTree>
    <p:extLst>
      <p:ext uri="{BB962C8B-B14F-4D97-AF65-F5344CB8AC3E}">
        <p14:creationId xmlns:p14="http://schemas.microsoft.com/office/powerpoint/2010/main" val="791671373"/>
      </p:ext>
    </p:extLst>
  </p:cSld>
  <p:clrMapOvr>
    <a:masterClrMapping/>
  </p:clrMapOvr>
  <p:transition spd="slow" advTm="0">
    <p:wipe dir="r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159657"/>
            <a:ext cx="12192000" cy="798286"/>
          </a:xfrm>
          <a:prstGeom prst="rect">
            <a:avLst/>
          </a:prstGeom>
          <a:solidFill>
            <a:srgbClr val="D6E8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任意多边形: 形状 3"/>
          <p:cNvSpPr/>
          <p:nvPr/>
        </p:nvSpPr>
        <p:spPr>
          <a:xfrm rot="5400000" flipH="1">
            <a:off x="130629" y="-188683"/>
            <a:ext cx="1219197" cy="1480455"/>
          </a:xfrm>
          <a:custGeom>
            <a:avLst/>
            <a:gdLst>
              <a:gd name="connsiteX0" fmla="*/ 6096001 w 6395847"/>
              <a:gd name="connsiteY0" fmla="*/ 7221665 h 7221666"/>
              <a:gd name="connsiteX1" fmla="*/ 6096001 w 6395847"/>
              <a:gd name="connsiteY1" fmla="*/ 7221666 h 7221666"/>
              <a:gd name="connsiteX2" fmla="*/ 3314700 w 6395847"/>
              <a:gd name="connsiteY2" fmla="*/ 7221666 h 7221666"/>
              <a:gd name="connsiteX3" fmla="*/ 2781301 w 6395847"/>
              <a:gd name="connsiteY3" fmla="*/ 7221666 h 7221666"/>
              <a:gd name="connsiteX4" fmla="*/ 0 w 6395847"/>
              <a:gd name="connsiteY4" fmla="*/ 7221666 h 7221666"/>
              <a:gd name="connsiteX5" fmla="*/ 0 w 6395847"/>
              <a:gd name="connsiteY5" fmla="*/ 3447952 h 7221666"/>
              <a:gd name="connsiteX6" fmla="*/ 1 w 6395847"/>
              <a:gd name="connsiteY6" fmla="*/ 3447952 h 7221666"/>
              <a:gd name="connsiteX7" fmla="*/ 1 w 6395847"/>
              <a:gd name="connsiteY7" fmla="*/ 3019060 h 7221666"/>
              <a:gd name="connsiteX8" fmla="*/ 279301 w 6395847"/>
              <a:gd name="connsiteY8" fmla="*/ 2344769 h 7221666"/>
              <a:gd name="connsiteX9" fmla="*/ 405446 w 6395847"/>
              <a:gd name="connsiteY9" fmla="*/ 2240690 h 7221666"/>
              <a:gd name="connsiteX10" fmla="*/ 404464 w 6395847"/>
              <a:gd name="connsiteY10" fmla="*/ 2239038 h 7221666"/>
              <a:gd name="connsiteX11" fmla="*/ 415115 w 6395847"/>
              <a:gd name="connsiteY11" fmla="*/ 2232712 h 7221666"/>
              <a:gd name="connsiteX12" fmla="*/ 420431 w 6395847"/>
              <a:gd name="connsiteY12" fmla="*/ 2228326 h 7221666"/>
              <a:gd name="connsiteX13" fmla="*/ 444464 w 6395847"/>
              <a:gd name="connsiteY13" fmla="*/ 2215281 h 7221666"/>
              <a:gd name="connsiteX14" fmla="*/ 3989796 w 6395847"/>
              <a:gd name="connsiteY14" fmla="*/ 109665 h 7221666"/>
              <a:gd name="connsiteX15" fmla="*/ 3993587 w 6395847"/>
              <a:gd name="connsiteY15" fmla="*/ 116048 h 7221666"/>
              <a:gd name="connsiteX16" fmla="*/ 4025229 w 6395847"/>
              <a:gd name="connsiteY16" fmla="*/ 96652 h 7221666"/>
              <a:gd name="connsiteX17" fmla="*/ 4920239 w 6395847"/>
              <a:gd name="connsiteY17" fmla="*/ 127915 h 7221666"/>
              <a:gd name="connsiteX18" fmla="*/ 5919213 w 6395847"/>
              <a:gd name="connsiteY18" fmla="*/ 704673 h 7221666"/>
              <a:gd name="connsiteX19" fmla="*/ 6030081 w 6395847"/>
              <a:gd name="connsiteY19" fmla="*/ 779366 h 7221666"/>
              <a:gd name="connsiteX20" fmla="*/ 6096000 w 6395847"/>
              <a:gd name="connsiteY20" fmla="*/ 838524 h 7221666"/>
              <a:gd name="connsiteX21" fmla="*/ 6096000 w 6395847"/>
              <a:gd name="connsiteY21" fmla="*/ 7221665 h 7221666"/>
              <a:gd name="connsiteX22" fmla="*/ 6221624 w 6395847"/>
              <a:gd name="connsiteY22" fmla="*/ 982469 h 7221666"/>
              <a:gd name="connsiteX23" fmla="*/ 6201936 w 6395847"/>
              <a:gd name="connsiteY23" fmla="*/ 954781 h 7221666"/>
              <a:gd name="connsiteX24" fmla="*/ 6210136 w 6395847"/>
              <a:gd name="connsiteY24" fmla="*/ 964466 h 7221666"/>
              <a:gd name="connsiteX25" fmla="*/ 6283768 w 6395847"/>
              <a:gd name="connsiteY25" fmla="*/ 1082992 h 7221666"/>
              <a:gd name="connsiteX26" fmla="*/ 6267120 w 6395847"/>
              <a:gd name="connsiteY26" fmla="*/ 1053774 h 7221666"/>
              <a:gd name="connsiteX27" fmla="*/ 6278411 w 6395847"/>
              <a:gd name="connsiteY27" fmla="*/ 1071469 h 7221666"/>
              <a:gd name="connsiteX28" fmla="*/ 6372765 w 6395847"/>
              <a:gd name="connsiteY28" fmla="*/ 1326510 h 7221666"/>
              <a:gd name="connsiteX29" fmla="*/ 6365409 w 6395847"/>
              <a:gd name="connsiteY29" fmla="*/ 1293851 h 7221666"/>
              <a:gd name="connsiteX30" fmla="*/ 6369173 w 6395847"/>
              <a:gd name="connsiteY30" fmla="*/ 1305870 h 7221666"/>
              <a:gd name="connsiteX31" fmla="*/ 6391257 w 6395847"/>
              <a:gd name="connsiteY31" fmla="*/ 1442433 h 7221666"/>
              <a:gd name="connsiteX32" fmla="*/ 6387139 w 6395847"/>
              <a:gd name="connsiteY32" fmla="*/ 1409114 h 7221666"/>
              <a:gd name="connsiteX33" fmla="*/ 6390749 w 6395847"/>
              <a:gd name="connsiteY33" fmla="*/ 1429863 h 7221666"/>
              <a:gd name="connsiteX34" fmla="*/ 6395847 w 6395847"/>
              <a:gd name="connsiteY34" fmla="*/ 1556116 h 7221666"/>
              <a:gd name="connsiteX35" fmla="*/ 6268252 w 6395847"/>
              <a:gd name="connsiteY35" fmla="*/ 2007304 h 7221666"/>
              <a:gd name="connsiteX36" fmla="*/ 6096001 w 6395847"/>
              <a:gd name="connsiteY36" fmla="*/ 2305652 h 7221666"/>
              <a:gd name="connsiteX37" fmla="*/ 6096001 w 6395847"/>
              <a:gd name="connsiteY37" fmla="*/ 2305651 h 7221666"/>
              <a:gd name="connsiteX38" fmla="*/ 6268252 w 6395847"/>
              <a:gd name="connsiteY38" fmla="*/ 2007303 h 7221666"/>
              <a:gd name="connsiteX39" fmla="*/ 6385798 w 6395847"/>
              <a:gd name="connsiteY39" fmla="*/ 1671419 h 7221666"/>
              <a:gd name="connsiteX40" fmla="*/ 6395847 w 6395847"/>
              <a:gd name="connsiteY40" fmla="*/ 1556116 h 722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6395847" h="7221666">
                <a:moveTo>
                  <a:pt x="6096001" y="7221665"/>
                </a:moveTo>
                <a:lnTo>
                  <a:pt x="6096001" y="7221666"/>
                </a:lnTo>
                <a:lnTo>
                  <a:pt x="3314700" y="7221666"/>
                </a:lnTo>
                <a:lnTo>
                  <a:pt x="2781301" y="7221666"/>
                </a:lnTo>
                <a:lnTo>
                  <a:pt x="0" y="7221666"/>
                </a:lnTo>
                <a:lnTo>
                  <a:pt x="0" y="3447952"/>
                </a:lnTo>
                <a:lnTo>
                  <a:pt x="1" y="3447952"/>
                </a:lnTo>
                <a:lnTo>
                  <a:pt x="1" y="3019060"/>
                </a:lnTo>
                <a:cubicBezTo>
                  <a:pt x="1" y="2755733"/>
                  <a:pt x="106735" y="2517335"/>
                  <a:pt x="279301" y="2344769"/>
                </a:cubicBezTo>
                <a:lnTo>
                  <a:pt x="405446" y="2240690"/>
                </a:lnTo>
                <a:lnTo>
                  <a:pt x="404464" y="2239038"/>
                </a:lnTo>
                <a:lnTo>
                  <a:pt x="415115" y="2232712"/>
                </a:lnTo>
                <a:lnTo>
                  <a:pt x="420431" y="2228326"/>
                </a:lnTo>
                <a:lnTo>
                  <a:pt x="444464" y="2215281"/>
                </a:lnTo>
                <a:lnTo>
                  <a:pt x="3989796" y="109665"/>
                </a:lnTo>
                <a:lnTo>
                  <a:pt x="3993587" y="116048"/>
                </a:lnTo>
                <a:lnTo>
                  <a:pt x="4025229" y="96652"/>
                </a:lnTo>
                <a:cubicBezTo>
                  <a:pt x="4300466" y="-37338"/>
                  <a:pt x="4635179" y="-36664"/>
                  <a:pt x="4920239" y="127915"/>
                </a:cubicBezTo>
                <a:lnTo>
                  <a:pt x="5919213" y="704673"/>
                </a:lnTo>
                <a:cubicBezTo>
                  <a:pt x="5958409" y="727303"/>
                  <a:pt x="5995390" y="752295"/>
                  <a:pt x="6030081" y="779366"/>
                </a:cubicBezTo>
                <a:lnTo>
                  <a:pt x="6096000" y="838524"/>
                </a:lnTo>
                <a:lnTo>
                  <a:pt x="6096000" y="7221665"/>
                </a:lnTo>
                <a:close/>
                <a:moveTo>
                  <a:pt x="6221624" y="982469"/>
                </a:moveTo>
                <a:lnTo>
                  <a:pt x="6201936" y="954781"/>
                </a:lnTo>
                <a:lnTo>
                  <a:pt x="6210136" y="964466"/>
                </a:lnTo>
                <a:close/>
                <a:moveTo>
                  <a:pt x="6283768" y="1082992"/>
                </a:moveTo>
                <a:lnTo>
                  <a:pt x="6267120" y="1053774"/>
                </a:lnTo>
                <a:lnTo>
                  <a:pt x="6278411" y="1071469"/>
                </a:lnTo>
                <a:close/>
                <a:moveTo>
                  <a:pt x="6372765" y="1326510"/>
                </a:moveTo>
                <a:lnTo>
                  <a:pt x="6365409" y="1293851"/>
                </a:lnTo>
                <a:lnTo>
                  <a:pt x="6369173" y="1305870"/>
                </a:lnTo>
                <a:close/>
                <a:moveTo>
                  <a:pt x="6391257" y="1442433"/>
                </a:moveTo>
                <a:lnTo>
                  <a:pt x="6387139" y="1409114"/>
                </a:lnTo>
                <a:lnTo>
                  <a:pt x="6390749" y="1429863"/>
                </a:lnTo>
                <a:close/>
                <a:moveTo>
                  <a:pt x="6395847" y="1556116"/>
                </a:moveTo>
                <a:cubicBezTo>
                  <a:pt x="6391855" y="1709831"/>
                  <a:pt x="6350542" y="1864774"/>
                  <a:pt x="6268252" y="2007304"/>
                </a:cubicBezTo>
                <a:lnTo>
                  <a:pt x="6096001" y="2305652"/>
                </a:lnTo>
                <a:lnTo>
                  <a:pt x="6096001" y="2305651"/>
                </a:lnTo>
                <a:lnTo>
                  <a:pt x="6268252" y="2007303"/>
                </a:lnTo>
                <a:cubicBezTo>
                  <a:pt x="6329969" y="1900406"/>
                  <a:pt x="6368637" y="1786526"/>
                  <a:pt x="6385798" y="1671419"/>
                </a:cubicBezTo>
                <a:lnTo>
                  <a:pt x="6395847" y="1556116"/>
                </a:lnTo>
                <a:close/>
              </a:path>
            </a:pathLst>
          </a:custGeom>
          <a:gradFill>
            <a:gsLst>
              <a:gs pos="0">
                <a:srgbClr val="0165C5"/>
              </a:gs>
              <a:gs pos="100000">
                <a:srgbClr val="0165C5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阿里巴巴普惠体" panose="00020600040101010101" pitchFamily="18" charset="-122"/>
              <a:ea typeface="微软雅黑" panose="020B0503020204020204" pitchFamily="34" charset="-122"/>
              <a:sym typeface="Segoe UI" panose="020B0502040204020203" pitchFamily="3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1915" y="375709"/>
            <a:ext cx="2251713" cy="383211"/>
          </a:xfrm>
          <a:prstGeom prst="rect">
            <a:avLst/>
          </a:prstGeom>
        </p:spPr>
      </p:pic>
      <p:grpSp>
        <p:nvGrpSpPr>
          <p:cNvPr id="7" name="组合 6"/>
          <p:cNvGrpSpPr/>
          <p:nvPr/>
        </p:nvGrpSpPr>
        <p:grpSpPr>
          <a:xfrm>
            <a:off x="801093" y="1443871"/>
            <a:ext cx="714694" cy="714694"/>
            <a:chOff x="8289913" y="2508666"/>
            <a:chExt cx="714694" cy="714694"/>
          </a:xfrm>
        </p:grpSpPr>
        <p:sp>
          <p:nvSpPr>
            <p:cNvPr id="8" name="椭圆 7"/>
            <p:cNvSpPr/>
            <p:nvPr/>
          </p:nvSpPr>
          <p:spPr>
            <a:xfrm>
              <a:off x="8289913" y="2508666"/>
              <a:ext cx="714694" cy="714694"/>
            </a:xfrm>
            <a:prstGeom prst="ellipse">
              <a:avLst/>
            </a:prstGeom>
            <a:solidFill>
              <a:srgbClr val="0463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5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endParaRPr>
            </a:p>
          </p:txBody>
        </p:sp>
        <p:sp>
          <p:nvSpPr>
            <p:cNvPr id="10" name="arrow-pointing-left-circular-button_20407"/>
            <p:cNvSpPr>
              <a:spLocks noChangeAspect="1"/>
            </p:cNvSpPr>
            <p:nvPr/>
          </p:nvSpPr>
          <p:spPr bwMode="auto">
            <a:xfrm>
              <a:off x="8444698" y="2663709"/>
              <a:ext cx="405123" cy="404607"/>
            </a:xfrm>
            <a:custGeom>
              <a:avLst/>
              <a:gdLst>
                <a:gd name="T0" fmla="*/ 2307 w 4612"/>
                <a:gd name="T1" fmla="*/ 4614 h 4614"/>
                <a:gd name="T2" fmla="*/ 0 w 4612"/>
                <a:gd name="T3" fmla="*/ 2307 h 4614"/>
                <a:gd name="T4" fmla="*/ 2307 w 4612"/>
                <a:gd name="T5" fmla="*/ 0 h 4614"/>
                <a:gd name="T6" fmla="*/ 4612 w 4612"/>
                <a:gd name="T7" fmla="*/ 2227 h 4614"/>
                <a:gd name="T8" fmla="*/ 2031 w 4612"/>
                <a:gd name="T9" fmla="*/ 2222 h 4614"/>
                <a:gd name="T10" fmla="*/ 2479 w 4612"/>
                <a:gd name="T11" fmla="*/ 1775 h 4614"/>
                <a:gd name="T12" fmla="*/ 2367 w 4612"/>
                <a:gd name="T13" fmla="*/ 1662 h 4614"/>
                <a:gd name="T14" fmla="*/ 1727 w 4612"/>
                <a:gd name="T15" fmla="*/ 2302 h 4614"/>
                <a:gd name="T16" fmla="*/ 2378 w 4612"/>
                <a:gd name="T17" fmla="*/ 2952 h 4614"/>
                <a:gd name="T18" fmla="*/ 2490 w 4612"/>
                <a:gd name="T19" fmla="*/ 2840 h 4614"/>
                <a:gd name="T20" fmla="*/ 2032 w 4612"/>
                <a:gd name="T21" fmla="*/ 2381 h 4614"/>
                <a:gd name="T22" fmla="*/ 4612 w 4612"/>
                <a:gd name="T23" fmla="*/ 2387 h 4614"/>
                <a:gd name="T24" fmla="*/ 2307 w 4612"/>
                <a:gd name="T25" fmla="*/ 4614 h 4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612" h="4614">
                  <a:moveTo>
                    <a:pt x="2307" y="4614"/>
                  </a:moveTo>
                  <a:cubicBezTo>
                    <a:pt x="1035" y="4614"/>
                    <a:pt x="0" y="3579"/>
                    <a:pt x="0" y="2307"/>
                  </a:cubicBezTo>
                  <a:cubicBezTo>
                    <a:pt x="0" y="1035"/>
                    <a:pt x="1035" y="0"/>
                    <a:pt x="2307" y="0"/>
                  </a:cubicBezTo>
                  <a:cubicBezTo>
                    <a:pt x="3553" y="0"/>
                    <a:pt x="4570" y="992"/>
                    <a:pt x="4612" y="2227"/>
                  </a:cubicBezTo>
                  <a:lnTo>
                    <a:pt x="2031" y="2222"/>
                  </a:lnTo>
                  <a:lnTo>
                    <a:pt x="2479" y="1775"/>
                  </a:lnTo>
                  <a:lnTo>
                    <a:pt x="2367" y="1662"/>
                  </a:lnTo>
                  <a:lnTo>
                    <a:pt x="1727" y="2302"/>
                  </a:lnTo>
                  <a:lnTo>
                    <a:pt x="2378" y="2952"/>
                  </a:lnTo>
                  <a:lnTo>
                    <a:pt x="2490" y="2840"/>
                  </a:lnTo>
                  <a:lnTo>
                    <a:pt x="2032" y="2381"/>
                  </a:lnTo>
                  <a:lnTo>
                    <a:pt x="4612" y="2387"/>
                  </a:lnTo>
                  <a:cubicBezTo>
                    <a:pt x="4570" y="3622"/>
                    <a:pt x="3553" y="4614"/>
                    <a:pt x="2307" y="461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endParaRPr>
            </a:p>
          </p:txBody>
        </p:sp>
      </p:grpSp>
      <p:sp>
        <p:nvSpPr>
          <p:cNvPr id="11" name="矩形 3"/>
          <p:cNvSpPr/>
          <p:nvPr/>
        </p:nvSpPr>
        <p:spPr>
          <a:xfrm>
            <a:off x="747487" y="2313608"/>
            <a:ext cx="10697028" cy="407729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endParaRPr lang="ru-RU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阿里巴巴普惠体" panose="00020600040101010101" pitchFamily="18" charset="-122"/>
            </a:endParaRPr>
          </a:p>
        </p:txBody>
      </p:sp>
      <p:sp>
        <p:nvSpPr>
          <p:cNvPr id="15" name="标题 1"/>
          <p:cNvSpPr>
            <a:spLocks noGrp="1"/>
          </p:cNvSpPr>
          <p:nvPr>
            <p:ph type="title" hasCustomPrompt="1"/>
          </p:nvPr>
        </p:nvSpPr>
        <p:spPr>
          <a:xfrm>
            <a:off x="1670572" y="1555775"/>
            <a:ext cx="101273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>
              <a:lnSpc>
                <a:spcPct val="100000"/>
              </a:lnSpc>
              <a:defRPr lang="zh-CN" altLang="en-US" sz="2400" b="1" kern="1200" dirty="0">
                <a:solidFill>
                  <a:srgbClr val="0463C4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/>
            <a:r>
              <a:rPr lang="zh-CN" altLang="en-US" dirty="0"/>
              <a:t>单击此处编辑母版标题样式 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057B88A-48E7-5510-D21C-302607EC0201}"/>
              </a:ext>
            </a:extLst>
          </p:cNvPr>
          <p:cNvSpPr>
            <a:spLocks noGrp="1"/>
          </p:cNvSpPr>
          <p:nvPr/>
        </p:nvSpPr>
        <p:spPr>
          <a:xfrm>
            <a:off x="290830" y="384278"/>
            <a:ext cx="11506835" cy="48430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l">
              <a:lnSpc>
                <a:spcPct val="100000"/>
              </a:lnSpc>
              <a:defRPr lang="zh-CN" altLang="en-US" sz="2400" b="1" kern="1200" dirty="0">
                <a:solidFill>
                  <a:srgbClr val="0463C4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sz="2800" dirty="0">
                <a:solidFill>
                  <a:schemeClr val="bg1"/>
                </a:solidFill>
              </a:rPr>
              <a:t>  </a:t>
            </a:r>
            <a:r>
              <a:rPr lang="en-US" altLang="zh-CN" sz="2800" dirty="0">
                <a:solidFill>
                  <a:schemeClr val="bg1">
                    <a:alpha val="80000"/>
                  </a:schemeClr>
                </a:solidFill>
              </a:rPr>
              <a:t>08</a:t>
            </a:r>
            <a:r>
              <a:rPr lang="en-US" altLang="zh-CN" sz="2800" dirty="0">
                <a:solidFill>
                  <a:srgbClr val="0091D9"/>
                </a:solidFill>
              </a:rPr>
              <a:t>         </a:t>
            </a:r>
            <a:r>
              <a:rPr lang="zh-CN" altLang="en-US" sz="2800" b="1" kern="1200" dirty="0">
                <a:solidFill>
                  <a:srgbClr val="0091D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rPr>
              <a:t>财务管理的环境</a:t>
            </a:r>
            <a:endParaRPr lang="zh-CN" altLang="en-US" sz="2800" dirty="0">
              <a:solidFill>
                <a:srgbClr val="0091D9"/>
              </a:solidFill>
            </a:endParaRPr>
          </a:p>
        </p:txBody>
      </p:sp>
      <p:sp>
        <p:nvSpPr>
          <p:cNvPr id="9" name="内容占位符 22">
            <a:extLst>
              <a:ext uri="{FF2B5EF4-FFF2-40B4-BE49-F238E27FC236}">
                <a16:creationId xmlns:a16="http://schemas.microsoft.com/office/drawing/2014/main" id="{4FCB1552-F63F-5BAC-C851-A95C7C1C282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024731" y="2516808"/>
            <a:ext cx="10142537" cy="323051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/>
            </a:lvl1pPr>
            <a:lvl2pPr>
              <a:defRPr sz="2000"/>
            </a:lvl2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89496938"/>
      </p:ext>
    </p:extLst>
  </p:cSld>
  <p:clrMapOvr>
    <a:masterClrMapping/>
  </p:clrMapOvr>
  <p:transition spd="slow" advTm="0">
    <p:wipe dir="r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159657"/>
            <a:ext cx="12192000" cy="798286"/>
          </a:xfrm>
          <a:prstGeom prst="rect">
            <a:avLst/>
          </a:prstGeom>
          <a:solidFill>
            <a:srgbClr val="D6E8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任意多边形: 形状 3"/>
          <p:cNvSpPr/>
          <p:nvPr/>
        </p:nvSpPr>
        <p:spPr>
          <a:xfrm rot="5400000" flipH="1">
            <a:off x="130629" y="-188683"/>
            <a:ext cx="1219197" cy="1480455"/>
          </a:xfrm>
          <a:custGeom>
            <a:avLst/>
            <a:gdLst>
              <a:gd name="connsiteX0" fmla="*/ 6096001 w 6395847"/>
              <a:gd name="connsiteY0" fmla="*/ 7221665 h 7221666"/>
              <a:gd name="connsiteX1" fmla="*/ 6096001 w 6395847"/>
              <a:gd name="connsiteY1" fmla="*/ 7221666 h 7221666"/>
              <a:gd name="connsiteX2" fmla="*/ 3314700 w 6395847"/>
              <a:gd name="connsiteY2" fmla="*/ 7221666 h 7221666"/>
              <a:gd name="connsiteX3" fmla="*/ 2781301 w 6395847"/>
              <a:gd name="connsiteY3" fmla="*/ 7221666 h 7221666"/>
              <a:gd name="connsiteX4" fmla="*/ 0 w 6395847"/>
              <a:gd name="connsiteY4" fmla="*/ 7221666 h 7221666"/>
              <a:gd name="connsiteX5" fmla="*/ 0 w 6395847"/>
              <a:gd name="connsiteY5" fmla="*/ 3447952 h 7221666"/>
              <a:gd name="connsiteX6" fmla="*/ 1 w 6395847"/>
              <a:gd name="connsiteY6" fmla="*/ 3447952 h 7221666"/>
              <a:gd name="connsiteX7" fmla="*/ 1 w 6395847"/>
              <a:gd name="connsiteY7" fmla="*/ 3019060 h 7221666"/>
              <a:gd name="connsiteX8" fmla="*/ 279301 w 6395847"/>
              <a:gd name="connsiteY8" fmla="*/ 2344769 h 7221666"/>
              <a:gd name="connsiteX9" fmla="*/ 405446 w 6395847"/>
              <a:gd name="connsiteY9" fmla="*/ 2240690 h 7221666"/>
              <a:gd name="connsiteX10" fmla="*/ 404464 w 6395847"/>
              <a:gd name="connsiteY10" fmla="*/ 2239038 h 7221666"/>
              <a:gd name="connsiteX11" fmla="*/ 415115 w 6395847"/>
              <a:gd name="connsiteY11" fmla="*/ 2232712 h 7221666"/>
              <a:gd name="connsiteX12" fmla="*/ 420431 w 6395847"/>
              <a:gd name="connsiteY12" fmla="*/ 2228326 h 7221666"/>
              <a:gd name="connsiteX13" fmla="*/ 444464 w 6395847"/>
              <a:gd name="connsiteY13" fmla="*/ 2215281 h 7221666"/>
              <a:gd name="connsiteX14" fmla="*/ 3989796 w 6395847"/>
              <a:gd name="connsiteY14" fmla="*/ 109665 h 7221666"/>
              <a:gd name="connsiteX15" fmla="*/ 3993587 w 6395847"/>
              <a:gd name="connsiteY15" fmla="*/ 116048 h 7221666"/>
              <a:gd name="connsiteX16" fmla="*/ 4025229 w 6395847"/>
              <a:gd name="connsiteY16" fmla="*/ 96652 h 7221666"/>
              <a:gd name="connsiteX17" fmla="*/ 4920239 w 6395847"/>
              <a:gd name="connsiteY17" fmla="*/ 127915 h 7221666"/>
              <a:gd name="connsiteX18" fmla="*/ 5919213 w 6395847"/>
              <a:gd name="connsiteY18" fmla="*/ 704673 h 7221666"/>
              <a:gd name="connsiteX19" fmla="*/ 6030081 w 6395847"/>
              <a:gd name="connsiteY19" fmla="*/ 779366 h 7221666"/>
              <a:gd name="connsiteX20" fmla="*/ 6096000 w 6395847"/>
              <a:gd name="connsiteY20" fmla="*/ 838524 h 7221666"/>
              <a:gd name="connsiteX21" fmla="*/ 6096000 w 6395847"/>
              <a:gd name="connsiteY21" fmla="*/ 7221665 h 7221666"/>
              <a:gd name="connsiteX22" fmla="*/ 6221624 w 6395847"/>
              <a:gd name="connsiteY22" fmla="*/ 982469 h 7221666"/>
              <a:gd name="connsiteX23" fmla="*/ 6201936 w 6395847"/>
              <a:gd name="connsiteY23" fmla="*/ 954781 h 7221666"/>
              <a:gd name="connsiteX24" fmla="*/ 6210136 w 6395847"/>
              <a:gd name="connsiteY24" fmla="*/ 964466 h 7221666"/>
              <a:gd name="connsiteX25" fmla="*/ 6283768 w 6395847"/>
              <a:gd name="connsiteY25" fmla="*/ 1082992 h 7221666"/>
              <a:gd name="connsiteX26" fmla="*/ 6267120 w 6395847"/>
              <a:gd name="connsiteY26" fmla="*/ 1053774 h 7221666"/>
              <a:gd name="connsiteX27" fmla="*/ 6278411 w 6395847"/>
              <a:gd name="connsiteY27" fmla="*/ 1071469 h 7221666"/>
              <a:gd name="connsiteX28" fmla="*/ 6372765 w 6395847"/>
              <a:gd name="connsiteY28" fmla="*/ 1326510 h 7221666"/>
              <a:gd name="connsiteX29" fmla="*/ 6365409 w 6395847"/>
              <a:gd name="connsiteY29" fmla="*/ 1293851 h 7221666"/>
              <a:gd name="connsiteX30" fmla="*/ 6369173 w 6395847"/>
              <a:gd name="connsiteY30" fmla="*/ 1305870 h 7221666"/>
              <a:gd name="connsiteX31" fmla="*/ 6391257 w 6395847"/>
              <a:gd name="connsiteY31" fmla="*/ 1442433 h 7221666"/>
              <a:gd name="connsiteX32" fmla="*/ 6387139 w 6395847"/>
              <a:gd name="connsiteY32" fmla="*/ 1409114 h 7221666"/>
              <a:gd name="connsiteX33" fmla="*/ 6390749 w 6395847"/>
              <a:gd name="connsiteY33" fmla="*/ 1429863 h 7221666"/>
              <a:gd name="connsiteX34" fmla="*/ 6395847 w 6395847"/>
              <a:gd name="connsiteY34" fmla="*/ 1556116 h 7221666"/>
              <a:gd name="connsiteX35" fmla="*/ 6268252 w 6395847"/>
              <a:gd name="connsiteY35" fmla="*/ 2007304 h 7221666"/>
              <a:gd name="connsiteX36" fmla="*/ 6096001 w 6395847"/>
              <a:gd name="connsiteY36" fmla="*/ 2305652 h 7221666"/>
              <a:gd name="connsiteX37" fmla="*/ 6096001 w 6395847"/>
              <a:gd name="connsiteY37" fmla="*/ 2305651 h 7221666"/>
              <a:gd name="connsiteX38" fmla="*/ 6268252 w 6395847"/>
              <a:gd name="connsiteY38" fmla="*/ 2007303 h 7221666"/>
              <a:gd name="connsiteX39" fmla="*/ 6385798 w 6395847"/>
              <a:gd name="connsiteY39" fmla="*/ 1671419 h 7221666"/>
              <a:gd name="connsiteX40" fmla="*/ 6395847 w 6395847"/>
              <a:gd name="connsiteY40" fmla="*/ 1556116 h 722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6395847" h="7221666">
                <a:moveTo>
                  <a:pt x="6096001" y="7221665"/>
                </a:moveTo>
                <a:lnTo>
                  <a:pt x="6096001" y="7221666"/>
                </a:lnTo>
                <a:lnTo>
                  <a:pt x="3314700" y="7221666"/>
                </a:lnTo>
                <a:lnTo>
                  <a:pt x="2781301" y="7221666"/>
                </a:lnTo>
                <a:lnTo>
                  <a:pt x="0" y="7221666"/>
                </a:lnTo>
                <a:lnTo>
                  <a:pt x="0" y="3447952"/>
                </a:lnTo>
                <a:lnTo>
                  <a:pt x="1" y="3447952"/>
                </a:lnTo>
                <a:lnTo>
                  <a:pt x="1" y="3019060"/>
                </a:lnTo>
                <a:cubicBezTo>
                  <a:pt x="1" y="2755733"/>
                  <a:pt x="106735" y="2517335"/>
                  <a:pt x="279301" y="2344769"/>
                </a:cubicBezTo>
                <a:lnTo>
                  <a:pt x="405446" y="2240690"/>
                </a:lnTo>
                <a:lnTo>
                  <a:pt x="404464" y="2239038"/>
                </a:lnTo>
                <a:lnTo>
                  <a:pt x="415115" y="2232712"/>
                </a:lnTo>
                <a:lnTo>
                  <a:pt x="420431" y="2228326"/>
                </a:lnTo>
                <a:lnTo>
                  <a:pt x="444464" y="2215281"/>
                </a:lnTo>
                <a:lnTo>
                  <a:pt x="3989796" y="109665"/>
                </a:lnTo>
                <a:lnTo>
                  <a:pt x="3993587" y="116048"/>
                </a:lnTo>
                <a:lnTo>
                  <a:pt x="4025229" y="96652"/>
                </a:lnTo>
                <a:cubicBezTo>
                  <a:pt x="4300466" y="-37338"/>
                  <a:pt x="4635179" y="-36664"/>
                  <a:pt x="4920239" y="127915"/>
                </a:cubicBezTo>
                <a:lnTo>
                  <a:pt x="5919213" y="704673"/>
                </a:lnTo>
                <a:cubicBezTo>
                  <a:pt x="5958409" y="727303"/>
                  <a:pt x="5995390" y="752295"/>
                  <a:pt x="6030081" y="779366"/>
                </a:cubicBezTo>
                <a:lnTo>
                  <a:pt x="6096000" y="838524"/>
                </a:lnTo>
                <a:lnTo>
                  <a:pt x="6096000" y="7221665"/>
                </a:lnTo>
                <a:close/>
                <a:moveTo>
                  <a:pt x="6221624" y="982469"/>
                </a:moveTo>
                <a:lnTo>
                  <a:pt x="6201936" y="954781"/>
                </a:lnTo>
                <a:lnTo>
                  <a:pt x="6210136" y="964466"/>
                </a:lnTo>
                <a:close/>
                <a:moveTo>
                  <a:pt x="6283768" y="1082992"/>
                </a:moveTo>
                <a:lnTo>
                  <a:pt x="6267120" y="1053774"/>
                </a:lnTo>
                <a:lnTo>
                  <a:pt x="6278411" y="1071469"/>
                </a:lnTo>
                <a:close/>
                <a:moveTo>
                  <a:pt x="6372765" y="1326510"/>
                </a:moveTo>
                <a:lnTo>
                  <a:pt x="6365409" y="1293851"/>
                </a:lnTo>
                <a:lnTo>
                  <a:pt x="6369173" y="1305870"/>
                </a:lnTo>
                <a:close/>
                <a:moveTo>
                  <a:pt x="6391257" y="1442433"/>
                </a:moveTo>
                <a:lnTo>
                  <a:pt x="6387139" y="1409114"/>
                </a:lnTo>
                <a:lnTo>
                  <a:pt x="6390749" y="1429863"/>
                </a:lnTo>
                <a:close/>
                <a:moveTo>
                  <a:pt x="6395847" y="1556116"/>
                </a:moveTo>
                <a:cubicBezTo>
                  <a:pt x="6391855" y="1709831"/>
                  <a:pt x="6350542" y="1864774"/>
                  <a:pt x="6268252" y="2007304"/>
                </a:cubicBezTo>
                <a:lnTo>
                  <a:pt x="6096001" y="2305652"/>
                </a:lnTo>
                <a:lnTo>
                  <a:pt x="6096001" y="2305651"/>
                </a:lnTo>
                <a:lnTo>
                  <a:pt x="6268252" y="2007303"/>
                </a:lnTo>
                <a:cubicBezTo>
                  <a:pt x="6329969" y="1900406"/>
                  <a:pt x="6368637" y="1786526"/>
                  <a:pt x="6385798" y="1671419"/>
                </a:cubicBezTo>
                <a:lnTo>
                  <a:pt x="6395847" y="1556116"/>
                </a:lnTo>
                <a:close/>
              </a:path>
            </a:pathLst>
          </a:custGeom>
          <a:gradFill>
            <a:gsLst>
              <a:gs pos="0">
                <a:srgbClr val="0165C5"/>
              </a:gs>
              <a:gs pos="100000">
                <a:srgbClr val="0165C5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阿里巴巴普惠体" panose="00020600040101010101" pitchFamily="18" charset="-122"/>
              <a:ea typeface="微软雅黑" panose="020B0503020204020204" pitchFamily="34" charset="-122"/>
              <a:sym typeface="Segoe UI" panose="020B0502040204020203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670572" y="1555775"/>
            <a:ext cx="101273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>
              <a:lnSpc>
                <a:spcPct val="100000"/>
              </a:lnSpc>
              <a:defRPr lang="zh-CN" altLang="en-US" sz="2400" b="1" kern="1200" dirty="0">
                <a:solidFill>
                  <a:srgbClr val="0463C4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/>
            <a:r>
              <a:rPr lang="zh-CN" altLang="en-US" dirty="0"/>
              <a:t>单击此处编辑母版标题样式 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1915" y="375709"/>
            <a:ext cx="2251713" cy="383211"/>
          </a:xfrm>
          <a:prstGeom prst="rect">
            <a:avLst/>
          </a:prstGeom>
        </p:spPr>
      </p:pic>
      <p:sp>
        <p:nvSpPr>
          <p:cNvPr id="14" name="内容占位符 13"/>
          <p:cNvSpPr>
            <a:spLocks noGrp="1"/>
          </p:cNvSpPr>
          <p:nvPr>
            <p:ph sz="quarter" idx="11"/>
          </p:nvPr>
        </p:nvSpPr>
        <p:spPr>
          <a:xfrm>
            <a:off x="524202" y="2368647"/>
            <a:ext cx="11299202" cy="3540427"/>
          </a:xfrm>
          <a:prstGeom prst="rect">
            <a:avLst/>
          </a:prstGeom>
        </p:spPr>
        <p:txBody>
          <a:bodyPr/>
          <a:lstStyle>
            <a:lvl1pPr eaLnBrk="1" fontAlgn="auto" latinLnBrk="0" hangingPunct="1">
              <a:lnSpc>
                <a:spcPct val="150000"/>
              </a:lnSpc>
              <a:defRPr sz="2000"/>
            </a:lvl1pPr>
            <a:lvl2pPr eaLnBrk="1" fontAlgn="auto" latinLnBrk="0" hangingPunct="1">
              <a:lnSpc>
                <a:spcPct val="150000"/>
              </a:lnSpc>
              <a:defRPr sz="2000"/>
            </a:lvl2pPr>
            <a:lvl3pPr eaLnBrk="1" fontAlgn="auto" latinLnBrk="0" hangingPunct="1">
              <a:lnSpc>
                <a:spcPct val="150000"/>
              </a:lnSpc>
              <a:defRPr sz="2000"/>
            </a:lvl3pPr>
            <a:lvl4pPr eaLnBrk="1" fontAlgn="auto" latinLnBrk="0" hangingPunct="1">
              <a:lnSpc>
                <a:spcPct val="150000"/>
              </a:lnSpc>
              <a:defRPr sz="2000"/>
            </a:lvl4pPr>
            <a:lvl5pPr eaLnBrk="1" fontAlgn="auto" latinLnBrk="0" hangingPunct="1">
              <a:lnSpc>
                <a:spcPct val="150000"/>
              </a:lnSpc>
              <a:defRPr sz="20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grpSp>
        <p:nvGrpSpPr>
          <p:cNvPr id="6" name="组合 5"/>
          <p:cNvGrpSpPr/>
          <p:nvPr/>
        </p:nvGrpSpPr>
        <p:grpSpPr>
          <a:xfrm>
            <a:off x="801093" y="1443871"/>
            <a:ext cx="714694" cy="714694"/>
            <a:chOff x="8289913" y="2508666"/>
            <a:chExt cx="714694" cy="714694"/>
          </a:xfrm>
        </p:grpSpPr>
        <p:sp>
          <p:nvSpPr>
            <p:cNvPr id="7" name="椭圆 6"/>
            <p:cNvSpPr/>
            <p:nvPr/>
          </p:nvSpPr>
          <p:spPr>
            <a:xfrm>
              <a:off x="8289913" y="2508666"/>
              <a:ext cx="714694" cy="714694"/>
            </a:xfrm>
            <a:prstGeom prst="ellipse">
              <a:avLst/>
            </a:prstGeom>
            <a:solidFill>
              <a:srgbClr val="0463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5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endParaRPr>
            </a:p>
          </p:txBody>
        </p:sp>
        <p:sp>
          <p:nvSpPr>
            <p:cNvPr id="8" name="arrow-pointing-left-circular-button_20407"/>
            <p:cNvSpPr>
              <a:spLocks noChangeAspect="1"/>
            </p:cNvSpPr>
            <p:nvPr/>
          </p:nvSpPr>
          <p:spPr bwMode="auto">
            <a:xfrm>
              <a:off x="8444698" y="2663709"/>
              <a:ext cx="405123" cy="404607"/>
            </a:xfrm>
            <a:custGeom>
              <a:avLst/>
              <a:gdLst>
                <a:gd name="T0" fmla="*/ 2307 w 4612"/>
                <a:gd name="T1" fmla="*/ 4614 h 4614"/>
                <a:gd name="T2" fmla="*/ 0 w 4612"/>
                <a:gd name="T3" fmla="*/ 2307 h 4614"/>
                <a:gd name="T4" fmla="*/ 2307 w 4612"/>
                <a:gd name="T5" fmla="*/ 0 h 4614"/>
                <a:gd name="T6" fmla="*/ 4612 w 4612"/>
                <a:gd name="T7" fmla="*/ 2227 h 4614"/>
                <a:gd name="T8" fmla="*/ 2031 w 4612"/>
                <a:gd name="T9" fmla="*/ 2222 h 4614"/>
                <a:gd name="T10" fmla="*/ 2479 w 4612"/>
                <a:gd name="T11" fmla="*/ 1775 h 4614"/>
                <a:gd name="T12" fmla="*/ 2367 w 4612"/>
                <a:gd name="T13" fmla="*/ 1662 h 4614"/>
                <a:gd name="T14" fmla="*/ 1727 w 4612"/>
                <a:gd name="T15" fmla="*/ 2302 h 4614"/>
                <a:gd name="T16" fmla="*/ 2378 w 4612"/>
                <a:gd name="T17" fmla="*/ 2952 h 4614"/>
                <a:gd name="T18" fmla="*/ 2490 w 4612"/>
                <a:gd name="T19" fmla="*/ 2840 h 4614"/>
                <a:gd name="T20" fmla="*/ 2032 w 4612"/>
                <a:gd name="T21" fmla="*/ 2381 h 4614"/>
                <a:gd name="T22" fmla="*/ 4612 w 4612"/>
                <a:gd name="T23" fmla="*/ 2387 h 4614"/>
                <a:gd name="T24" fmla="*/ 2307 w 4612"/>
                <a:gd name="T25" fmla="*/ 4614 h 4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612" h="4614">
                  <a:moveTo>
                    <a:pt x="2307" y="4614"/>
                  </a:moveTo>
                  <a:cubicBezTo>
                    <a:pt x="1035" y="4614"/>
                    <a:pt x="0" y="3579"/>
                    <a:pt x="0" y="2307"/>
                  </a:cubicBezTo>
                  <a:cubicBezTo>
                    <a:pt x="0" y="1035"/>
                    <a:pt x="1035" y="0"/>
                    <a:pt x="2307" y="0"/>
                  </a:cubicBezTo>
                  <a:cubicBezTo>
                    <a:pt x="3553" y="0"/>
                    <a:pt x="4570" y="992"/>
                    <a:pt x="4612" y="2227"/>
                  </a:cubicBezTo>
                  <a:lnTo>
                    <a:pt x="2031" y="2222"/>
                  </a:lnTo>
                  <a:lnTo>
                    <a:pt x="2479" y="1775"/>
                  </a:lnTo>
                  <a:lnTo>
                    <a:pt x="2367" y="1662"/>
                  </a:lnTo>
                  <a:lnTo>
                    <a:pt x="1727" y="2302"/>
                  </a:lnTo>
                  <a:lnTo>
                    <a:pt x="2378" y="2952"/>
                  </a:lnTo>
                  <a:lnTo>
                    <a:pt x="2490" y="2840"/>
                  </a:lnTo>
                  <a:lnTo>
                    <a:pt x="2032" y="2381"/>
                  </a:lnTo>
                  <a:lnTo>
                    <a:pt x="4612" y="2387"/>
                  </a:lnTo>
                  <a:cubicBezTo>
                    <a:pt x="4570" y="3622"/>
                    <a:pt x="3553" y="4614"/>
                    <a:pt x="2307" y="461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endParaRPr>
            </a:p>
          </p:txBody>
        </p:sp>
      </p:grpSp>
      <p:sp>
        <p:nvSpPr>
          <p:cNvPr id="9" name="标题 1"/>
          <p:cNvSpPr>
            <a:spLocks noGrp="1"/>
          </p:cNvSpPr>
          <p:nvPr/>
        </p:nvSpPr>
        <p:spPr>
          <a:xfrm>
            <a:off x="290830" y="384278"/>
            <a:ext cx="11506835" cy="48430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l">
              <a:lnSpc>
                <a:spcPct val="100000"/>
              </a:lnSpc>
              <a:defRPr lang="zh-CN" altLang="en-US" sz="2400" b="1" kern="1200" dirty="0">
                <a:solidFill>
                  <a:srgbClr val="0463C4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sz="2800" dirty="0">
                <a:solidFill>
                  <a:schemeClr val="bg1"/>
                </a:solidFill>
              </a:rPr>
              <a:t>  </a:t>
            </a:r>
            <a:r>
              <a:rPr lang="en-US" altLang="zh-CN" sz="2800" dirty="0">
                <a:solidFill>
                  <a:schemeClr val="bg1">
                    <a:alpha val="80000"/>
                  </a:schemeClr>
                </a:solidFill>
              </a:rPr>
              <a:t>09</a:t>
            </a:r>
            <a:r>
              <a:rPr lang="en-US" altLang="zh-CN" sz="2800" dirty="0">
                <a:solidFill>
                  <a:srgbClr val="0091D9"/>
                </a:solidFill>
              </a:rPr>
              <a:t>         </a:t>
            </a:r>
            <a:r>
              <a:rPr lang="zh-CN" altLang="en-US" sz="2800" dirty="0">
                <a:solidFill>
                  <a:srgbClr val="0091D9"/>
                </a:solidFill>
              </a:rPr>
              <a:t>函</a:t>
            </a:r>
          </a:p>
        </p:txBody>
      </p:sp>
    </p:spTree>
    <p:extLst>
      <p:ext uri="{BB962C8B-B14F-4D97-AF65-F5344CB8AC3E}">
        <p14:creationId xmlns:p14="http://schemas.microsoft.com/office/powerpoint/2010/main" val="3030403723"/>
      </p:ext>
    </p:extLst>
  </p:cSld>
  <p:clrMapOvr>
    <a:masterClrMapping/>
  </p:clrMapOvr>
  <p:transition spd="slow" advTm="0">
    <p:wipe dir="r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159657"/>
            <a:ext cx="12192000" cy="798286"/>
          </a:xfrm>
          <a:prstGeom prst="rect">
            <a:avLst/>
          </a:prstGeom>
          <a:solidFill>
            <a:srgbClr val="D6E8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任意多边形: 形状 3"/>
          <p:cNvSpPr/>
          <p:nvPr/>
        </p:nvSpPr>
        <p:spPr>
          <a:xfrm rot="5400000" flipH="1">
            <a:off x="130629" y="-188683"/>
            <a:ext cx="1219197" cy="1480455"/>
          </a:xfrm>
          <a:custGeom>
            <a:avLst/>
            <a:gdLst>
              <a:gd name="connsiteX0" fmla="*/ 6096001 w 6395847"/>
              <a:gd name="connsiteY0" fmla="*/ 7221665 h 7221666"/>
              <a:gd name="connsiteX1" fmla="*/ 6096001 w 6395847"/>
              <a:gd name="connsiteY1" fmla="*/ 7221666 h 7221666"/>
              <a:gd name="connsiteX2" fmla="*/ 3314700 w 6395847"/>
              <a:gd name="connsiteY2" fmla="*/ 7221666 h 7221666"/>
              <a:gd name="connsiteX3" fmla="*/ 2781301 w 6395847"/>
              <a:gd name="connsiteY3" fmla="*/ 7221666 h 7221666"/>
              <a:gd name="connsiteX4" fmla="*/ 0 w 6395847"/>
              <a:gd name="connsiteY4" fmla="*/ 7221666 h 7221666"/>
              <a:gd name="connsiteX5" fmla="*/ 0 w 6395847"/>
              <a:gd name="connsiteY5" fmla="*/ 3447952 h 7221666"/>
              <a:gd name="connsiteX6" fmla="*/ 1 w 6395847"/>
              <a:gd name="connsiteY6" fmla="*/ 3447952 h 7221666"/>
              <a:gd name="connsiteX7" fmla="*/ 1 w 6395847"/>
              <a:gd name="connsiteY7" fmla="*/ 3019060 h 7221666"/>
              <a:gd name="connsiteX8" fmla="*/ 279301 w 6395847"/>
              <a:gd name="connsiteY8" fmla="*/ 2344769 h 7221666"/>
              <a:gd name="connsiteX9" fmla="*/ 405446 w 6395847"/>
              <a:gd name="connsiteY9" fmla="*/ 2240690 h 7221666"/>
              <a:gd name="connsiteX10" fmla="*/ 404464 w 6395847"/>
              <a:gd name="connsiteY10" fmla="*/ 2239038 h 7221666"/>
              <a:gd name="connsiteX11" fmla="*/ 415115 w 6395847"/>
              <a:gd name="connsiteY11" fmla="*/ 2232712 h 7221666"/>
              <a:gd name="connsiteX12" fmla="*/ 420431 w 6395847"/>
              <a:gd name="connsiteY12" fmla="*/ 2228326 h 7221666"/>
              <a:gd name="connsiteX13" fmla="*/ 444464 w 6395847"/>
              <a:gd name="connsiteY13" fmla="*/ 2215281 h 7221666"/>
              <a:gd name="connsiteX14" fmla="*/ 3989796 w 6395847"/>
              <a:gd name="connsiteY14" fmla="*/ 109665 h 7221666"/>
              <a:gd name="connsiteX15" fmla="*/ 3993587 w 6395847"/>
              <a:gd name="connsiteY15" fmla="*/ 116048 h 7221666"/>
              <a:gd name="connsiteX16" fmla="*/ 4025229 w 6395847"/>
              <a:gd name="connsiteY16" fmla="*/ 96652 h 7221666"/>
              <a:gd name="connsiteX17" fmla="*/ 4920239 w 6395847"/>
              <a:gd name="connsiteY17" fmla="*/ 127915 h 7221666"/>
              <a:gd name="connsiteX18" fmla="*/ 5919213 w 6395847"/>
              <a:gd name="connsiteY18" fmla="*/ 704673 h 7221666"/>
              <a:gd name="connsiteX19" fmla="*/ 6030081 w 6395847"/>
              <a:gd name="connsiteY19" fmla="*/ 779366 h 7221666"/>
              <a:gd name="connsiteX20" fmla="*/ 6096000 w 6395847"/>
              <a:gd name="connsiteY20" fmla="*/ 838524 h 7221666"/>
              <a:gd name="connsiteX21" fmla="*/ 6096000 w 6395847"/>
              <a:gd name="connsiteY21" fmla="*/ 7221665 h 7221666"/>
              <a:gd name="connsiteX22" fmla="*/ 6221624 w 6395847"/>
              <a:gd name="connsiteY22" fmla="*/ 982469 h 7221666"/>
              <a:gd name="connsiteX23" fmla="*/ 6201936 w 6395847"/>
              <a:gd name="connsiteY23" fmla="*/ 954781 h 7221666"/>
              <a:gd name="connsiteX24" fmla="*/ 6210136 w 6395847"/>
              <a:gd name="connsiteY24" fmla="*/ 964466 h 7221666"/>
              <a:gd name="connsiteX25" fmla="*/ 6283768 w 6395847"/>
              <a:gd name="connsiteY25" fmla="*/ 1082992 h 7221666"/>
              <a:gd name="connsiteX26" fmla="*/ 6267120 w 6395847"/>
              <a:gd name="connsiteY26" fmla="*/ 1053774 h 7221666"/>
              <a:gd name="connsiteX27" fmla="*/ 6278411 w 6395847"/>
              <a:gd name="connsiteY27" fmla="*/ 1071469 h 7221666"/>
              <a:gd name="connsiteX28" fmla="*/ 6372765 w 6395847"/>
              <a:gd name="connsiteY28" fmla="*/ 1326510 h 7221666"/>
              <a:gd name="connsiteX29" fmla="*/ 6365409 w 6395847"/>
              <a:gd name="connsiteY29" fmla="*/ 1293851 h 7221666"/>
              <a:gd name="connsiteX30" fmla="*/ 6369173 w 6395847"/>
              <a:gd name="connsiteY30" fmla="*/ 1305870 h 7221666"/>
              <a:gd name="connsiteX31" fmla="*/ 6391257 w 6395847"/>
              <a:gd name="connsiteY31" fmla="*/ 1442433 h 7221666"/>
              <a:gd name="connsiteX32" fmla="*/ 6387139 w 6395847"/>
              <a:gd name="connsiteY32" fmla="*/ 1409114 h 7221666"/>
              <a:gd name="connsiteX33" fmla="*/ 6390749 w 6395847"/>
              <a:gd name="connsiteY33" fmla="*/ 1429863 h 7221666"/>
              <a:gd name="connsiteX34" fmla="*/ 6395847 w 6395847"/>
              <a:gd name="connsiteY34" fmla="*/ 1556116 h 7221666"/>
              <a:gd name="connsiteX35" fmla="*/ 6268252 w 6395847"/>
              <a:gd name="connsiteY35" fmla="*/ 2007304 h 7221666"/>
              <a:gd name="connsiteX36" fmla="*/ 6096001 w 6395847"/>
              <a:gd name="connsiteY36" fmla="*/ 2305652 h 7221666"/>
              <a:gd name="connsiteX37" fmla="*/ 6096001 w 6395847"/>
              <a:gd name="connsiteY37" fmla="*/ 2305651 h 7221666"/>
              <a:gd name="connsiteX38" fmla="*/ 6268252 w 6395847"/>
              <a:gd name="connsiteY38" fmla="*/ 2007303 h 7221666"/>
              <a:gd name="connsiteX39" fmla="*/ 6385798 w 6395847"/>
              <a:gd name="connsiteY39" fmla="*/ 1671419 h 7221666"/>
              <a:gd name="connsiteX40" fmla="*/ 6395847 w 6395847"/>
              <a:gd name="connsiteY40" fmla="*/ 1556116 h 722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6395847" h="7221666">
                <a:moveTo>
                  <a:pt x="6096001" y="7221665"/>
                </a:moveTo>
                <a:lnTo>
                  <a:pt x="6096001" y="7221666"/>
                </a:lnTo>
                <a:lnTo>
                  <a:pt x="3314700" y="7221666"/>
                </a:lnTo>
                <a:lnTo>
                  <a:pt x="2781301" y="7221666"/>
                </a:lnTo>
                <a:lnTo>
                  <a:pt x="0" y="7221666"/>
                </a:lnTo>
                <a:lnTo>
                  <a:pt x="0" y="3447952"/>
                </a:lnTo>
                <a:lnTo>
                  <a:pt x="1" y="3447952"/>
                </a:lnTo>
                <a:lnTo>
                  <a:pt x="1" y="3019060"/>
                </a:lnTo>
                <a:cubicBezTo>
                  <a:pt x="1" y="2755733"/>
                  <a:pt x="106735" y="2517335"/>
                  <a:pt x="279301" y="2344769"/>
                </a:cubicBezTo>
                <a:lnTo>
                  <a:pt x="405446" y="2240690"/>
                </a:lnTo>
                <a:lnTo>
                  <a:pt x="404464" y="2239038"/>
                </a:lnTo>
                <a:lnTo>
                  <a:pt x="415115" y="2232712"/>
                </a:lnTo>
                <a:lnTo>
                  <a:pt x="420431" y="2228326"/>
                </a:lnTo>
                <a:lnTo>
                  <a:pt x="444464" y="2215281"/>
                </a:lnTo>
                <a:lnTo>
                  <a:pt x="3989796" y="109665"/>
                </a:lnTo>
                <a:lnTo>
                  <a:pt x="3993587" y="116048"/>
                </a:lnTo>
                <a:lnTo>
                  <a:pt x="4025229" y="96652"/>
                </a:lnTo>
                <a:cubicBezTo>
                  <a:pt x="4300466" y="-37338"/>
                  <a:pt x="4635179" y="-36664"/>
                  <a:pt x="4920239" y="127915"/>
                </a:cubicBezTo>
                <a:lnTo>
                  <a:pt x="5919213" y="704673"/>
                </a:lnTo>
                <a:cubicBezTo>
                  <a:pt x="5958409" y="727303"/>
                  <a:pt x="5995390" y="752295"/>
                  <a:pt x="6030081" y="779366"/>
                </a:cubicBezTo>
                <a:lnTo>
                  <a:pt x="6096000" y="838524"/>
                </a:lnTo>
                <a:lnTo>
                  <a:pt x="6096000" y="7221665"/>
                </a:lnTo>
                <a:close/>
                <a:moveTo>
                  <a:pt x="6221624" y="982469"/>
                </a:moveTo>
                <a:lnTo>
                  <a:pt x="6201936" y="954781"/>
                </a:lnTo>
                <a:lnTo>
                  <a:pt x="6210136" y="964466"/>
                </a:lnTo>
                <a:close/>
                <a:moveTo>
                  <a:pt x="6283768" y="1082992"/>
                </a:moveTo>
                <a:lnTo>
                  <a:pt x="6267120" y="1053774"/>
                </a:lnTo>
                <a:lnTo>
                  <a:pt x="6278411" y="1071469"/>
                </a:lnTo>
                <a:close/>
                <a:moveTo>
                  <a:pt x="6372765" y="1326510"/>
                </a:moveTo>
                <a:lnTo>
                  <a:pt x="6365409" y="1293851"/>
                </a:lnTo>
                <a:lnTo>
                  <a:pt x="6369173" y="1305870"/>
                </a:lnTo>
                <a:close/>
                <a:moveTo>
                  <a:pt x="6391257" y="1442433"/>
                </a:moveTo>
                <a:lnTo>
                  <a:pt x="6387139" y="1409114"/>
                </a:lnTo>
                <a:lnTo>
                  <a:pt x="6390749" y="1429863"/>
                </a:lnTo>
                <a:close/>
                <a:moveTo>
                  <a:pt x="6395847" y="1556116"/>
                </a:moveTo>
                <a:cubicBezTo>
                  <a:pt x="6391855" y="1709831"/>
                  <a:pt x="6350542" y="1864774"/>
                  <a:pt x="6268252" y="2007304"/>
                </a:cubicBezTo>
                <a:lnTo>
                  <a:pt x="6096001" y="2305652"/>
                </a:lnTo>
                <a:lnTo>
                  <a:pt x="6096001" y="2305651"/>
                </a:lnTo>
                <a:lnTo>
                  <a:pt x="6268252" y="2007303"/>
                </a:lnTo>
                <a:cubicBezTo>
                  <a:pt x="6329969" y="1900406"/>
                  <a:pt x="6368637" y="1786526"/>
                  <a:pt x="6385798" y="1671419"/>
                </a:cubicBezTo>
                <a:lnTo>
                  <a:pt x="6395847" y="1556116"/>
                </a:lnTo>
                <a:close/>
              </a:path>
            </a:pathLst>
          </a:custGeom>
          <a:gradFill>
            <a:gsLst>
              <a:gs pos="0">
                <a:srgbClr val="0165C5"/>
              </a:gs>
              <a:gs pos="100000">
                <a:srgbClr val="0165C5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阿里巴巴普惠体" panose="00020600040101010101" pitchFamily="18" charset="-122"/>
              <a:ea typeface="微软雅黑" panose="020B0503020204020204" pitchFamily="34" charset="-122"/>
              <a:sym typeface="Segoe UI" panose="020B0502040204020203" pitchFamily="3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1915" y="375709"/>
            <a:ext cx="2251713" cy="383211"/>
          </a:xfrm>
          <a:prstGeom prst="rect">
            <a:avLst/>
          </a:prstGeom>
        </p:spPr>
      </p:pic>
      <p:grpSp>
        <p:nvGrpSpPr>
          <p:cNvPr id="7" name="组合 6"/>
          <p:cNvGrpSpPr/>
          <p:nvPr/>
        </p:nvGrpSpPr>
        <p:grpSpPr>
          <a:xfrm>
            <a:off x="801093" y="1443871"/>
            <a:ext cx="714694" cy="714694"/>
            <a:chOff x="8289913" y="2508666"/>
            <a:chExt cx="714694" cy="714694"/>
          </a:xfrm>
        </p:grpSpPr>
        <p:sp>
          <p:nvSpPr>
            <p:cNvPr id="8" name="椭圆 7"/>
            <p:cNvSpPr/>
            <p:nvPr/>
          </p:nvSpPr>
          <p:spPr>
            <a:xfrm>
              <a:off x="8289913" y="2508666"/>
              <a:ext cx="714694" cy="714694"/>
            </a:xfrm>
            <a:prstGeom prst="ellipse">
              <a:avLst/>
            </a:prstGeom>
            <a:solidFill>
              <a:srgbClr val="0463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5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endParaRPr>
            </a:p>
          </p:txBody>
        </p:sp>
        <p:sp>
          <p:nvSpPr>
            <p:cNvPr id="10" name="arrow-pointing-left-circular-button_20407"/>
            <p:cNvSpPr>
              <a:spLocks noChangeAspect="1"/>
            </p:cNvSpPr>
            <p:nvPr/>
          </p:nvSpPr>
          <p:spPr bwMode="auto">
            <a:xfrm>
              <a:off x="8444698" y="2663709"/>
              <a:ext cx="405123" cy="404607"/>
            </a:xfrm>
            <a:custGeom>
              <a:avLst/>
              <a:gdLst>
                <a:gd name="T0" fmla="*/ 2307 w 4612"/>
                <a:gd name="T1" fmla="*/ 4614 h 4614"/>
                <a:gd name="T2" fmla="*/ 0 w 4612"/>
                <a:gd name="T3" fmla="*/ 2307 h 4614"/>
                <a:gd name="T4" fmla="*/ 2307 w 4612"/>
                <a:gd name="T5" fmla="*/ 0 h 4614"/>
                <a:gd name="T6" fmla="*/ 4612 w 4612"/>
                <a:gd name="T7" fmla="*/ 2227 h 4614"/>
                <a:gd name="T8" fmla="*/ 2031 w 4612"/>
                <a:gd name="T9" fmla="*/ 2222 h 4614"/>
                <a:gd name="T10" fmla="*/ 2479 w 4612"/>
                <a:gd name="T11" fmla="*/ 1775 h 4614"/>
                <a:gd name="T12" fmla="*/ 2367 w 4612"/>
                <a:gd name="T13" fmla="*/ 1662 h 4614"/>
                <a:gd name="T14" fmla="*/ 1727 w 4612"/>
                <a:gd name="T15" fmla="*/ 2302 h 4614"/>
                <a:gd name="T16" fmla="*/ 2378 w 4612"/>
                <a:gd name="T17" fmla="*/ 2952 h 4614"/>
                <a:gd name="T18" fmla="*/ 2490 w 4612"/>
                <a:gd name="T19" fmla="*/ 2840 h 4614"/>
                <a:gd name="T20" fmla="*/ 2032 w 4612"/>
                <a:gd name="T21" fmla="*/ 2381 h 4614"/>
                <a:gd name="T22" fmla="*/ 4612 w 4612"/>
                <a:gd name="T23" fmla="*/ 2387 h 4614"/>
                <a:gd name="T24" fmla="*/ 2307 w 4612"/>
                <a:gd name="T25" fmla="*/ 4614 h 4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612" h="4614">
                  <a:moveTo>
                    <a:pt x="2307" y="4614"/>
                  </a:moveTo>
                  <a:cubicBezTo>
                    <a:pt x="1035" y="4614"/>
                    <a:pt x="0" y="3579"/>
                    <a:pt x="0" y="2307"/>
                  </a:cubicBezTo>
                  <a:cubicBezTo>
                    <a:pt x="0" y="1035"/>
                    <a:pt x="1035" y="0"/>
                    <a:pt x="2307" y="0"/>
                  </a:cubicBezTo>
                  <a:cubicBezTo>
                    <a:pt x="3553" y="0"/>
                    <a:pt x="4570" y="992"/>
                    <a:pt x="4612" y="2227"/>
                  </a:cubicBezTo>
                  <a:lnTo>
                    <a:pt x="2031" y="2222"/>
                  </a:lnTo>
                  <a:lnTo>
                    <a:pt x="2479" y="1775"/>
                  </a:lnTo>
                  <a:lnTo>
                    <a:pt x="2367" y="1662"/>
                  </a:lnTo>
                  <a:lnTo>
                    <a:pt x="1727" y="2302"/>
                  </a:lnTo>
                  <a:lnTo>
                    <a:pt x="2378" y="2952"/>
                  </a:lnTo>
                  <a:lnTo>
                    <a:pt x="2490" y="2840"/>
                  </a:lnTo>
                  <a:lnTo>
                    <a:pt x="2032" y="2381"/>
                  </a:lnTo>
                  <a:lnTo>
                    <a:pt x="4612" y="2387"/>
                  </a:lnTo>
                  <a:cubicBezTo>
                    <a:pt x="4570" y="3622"/>
                    <a:pt x="3553" y="4614"/>
                    <a:pt x="2307" y="461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endParaRPr>
            </a:p>
          </p:txBody>
        </p:sp>
      </p:grpSp>
      <p:sp>
        <p:nvSpPr>
          <p:cNvPr id="11" name="矩形 3"/>
          <p:cNvSpPr/>
          <p:nvPr/>
        </p:nvSpPr>
        <p:spPr>
          <a:xfrm>
            <a:off x="747487" y="2313608"/>
            <a:ext cx="10697028" cy="407729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endParaRPr lang="ru-RU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阿里巴巴普惠体" panose="00020600040101010101" pitchFamily="18" charset="-122"/>
            </a:endParaRPr>
          </a:p>
        </p:txBody>
      </p:sp>
      <p:sp>
        <p:nvSpPr>
          <p:cNvPr id="15" name="标题 1"/>
          <p:cNvSpPr>
            <a:spLocks noGrp="1"/>
          </p:cNvSpPr>
          <p:nvPr>
            <p:ph type="title" hasCustomPrompt="1"/>
          </p:nvPr>
        </p:nvSpPr>
        <p:spPr>
          <a:xfrm>
            <a:off x="1670572" y="1555775"/>
            <a:ext cx="101273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>
              <a:lnSpc>
                <a:spcPct val="100000"/>
              </a:lnSpc>
              <a:defRPr lang="zh-CN" altLang="en-US" sz="2400" b="1" kern="1200" dirty="0">
                <a:solidFill>
                  <a:srgbClr val="0463C4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/>
            <a:r>
              <a:rPr lang="zh-CN" altLang="en-US" dirty="0"/>
              <a:t>单击此处编辑母版标题样式 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057B88A-48E7-5510-D21C-302607EC0201}"/>
              </a:ext>
            </a:extLst>
          </p:cNvPr>
          <p:cNvSpPr>
            <a:spLocks noGrp="1"/>
          </p:cNvSpPr>
          <p:nvPr/>
        </p:nvSpPr>
        <p:spPr>
          <a:xfrm>
            <a:off x="290830" y="384278"/>
            <a:ext cx="11506835" cy="48430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l">
              <a:lnSpc>
                <a:spcPct val="100000"/>
              </a:lnSpc>
              <a:defRPr lang="zh-CN" altLang="en-US" sz="2400" b="1" kern="1200" dirty="0">
                <a:solidFill>
                  <a:srgbClr val="0463C4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sz="2800" dirty="0">
                <a:solidFill>
                  <a:schemeClr val="bg1"/>
                </a:solidFill>
              </a:rPr>
              <a:t>  </a:t>
            </a:r>
            <a:r>
              <a:rPr lang="en-US" altLang="zh-CN" sz="2800" dirty="0">
                <a:solidFill>
                  <a:schemeClr val="bg1">
                    <a:alpha val="80000"/>
                  </a:schemeClr>
                </a:solidFill>
              </a:rPr>
              <a:t>09</a:t>
            </a:r>
            <a:r>
              <a:rPr lang="en-US" altLang="zh-CN" sz="2800" dirty="0">
                <a:solidFill>
                  <a:srgbClr val="0091D9"/>
                </a:solidFill>
              </a:rPr>
              <a:t>         </a:t>
            </a:r>
            <a:r>
              <a:rPr lang="zh-CN" altLang="en-US" sz="2800" b="1" kern="1200" dirty="0">
                <a:solidFill>
                  <a:srgbClr val="0091D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rPr>
              <a:t>财务管理的环境</a:t>
            </a:r>
            <a:endParaRPr lang="zh-CN" altLang="en-US" sz="2800" dirty="0">
              <a:solidFill>
                <a:srgbClr val="0091D9"/>
              </a:solidFill>
            </a:endParaRPr>
          </a:p>
        </p:txBody>
      </p:sp>
      <p:sp>
        <p:nvSpPr>
          <p:cNvPr id="9" name="内容占位符 22">
            <a:extLst>
              <a:ext uri="{FF2B5EF4-FFF2-40B4-BE49-F238E27FC236}">
                <a16:creationId xmlns:a16="http://schemas.microsoft.com/office/drawing/2014/main" id="{4FCB1552-F63F-5BAC-C851-A95C7C1C282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024731" y="2516808"/>
            <a:ext cx="10142537" cy="323051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/>
            </a:lvl1pPr>
            <a:lvl2pPr>
              <a:defRPr sz="2000"/>
            </a:lvl2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33178126"/>
      </p:ext>
    </p:extLst>
  </p:cSld>
  <p:clrMapOvr>
    <a:masterClrMapping/>
  </p:clrMapOvr>
  <p:transition spd="slow" advTm="0">
    <p:wipe dir="r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159657"/>
            <a:ext cx="12192000" cy="798286"/>
          </a:xfrm>
          <a:prstGeom prst="rect">
            <a:avLst/>
          </a:prstGeom>
          <a:solidFill>
            <a:srgbClr val="D6E8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任意多边形: 形状 3"/>
          <p:cNvSpPr/>
          <p:nvPr/>
        </p:nvSpPr>
        <p:spPr>
          <a:xfrm rot="5400000" flipH="1">
            <a:off x="130629" y="-188683"/>
            <a:ext cx="1219197" cy="1480455"/>
          </a:xfrm>
          <a:custGeom>
            <a:avLst/>
            <a:gdLst>
              <a:gd name="connsiteX0" fmla="*/ 6096001 w 6395847"/>
              <a:gd name="connsiteY0" fmla="*/ 7221665 h 7221666"/>
              <a:gd name="connsiteX1" fmla="*/ 6096001 w 6395847"/>
              <a:gd name="connsiteY1" fmla="*/ 7221666 h 7221666"/>
              <a:gd name="connsiteX2" fmla="*/ 3314700 w 6395847"/>
              <a:gd name="connsiteY2" fmla="*/ 7221666 h 7221666"/>
              <a:gd name="connsiteX3" fmla="*/ 2781301 w 6395847"/>
              <a:gd name="connsiteY3" fmla="*/ 7221666 h 7221666"/>
              <a:gd name="connsiteX4" fmla="*/ 0 w 6395847"/>
              <a:gd name="connsiteY4" fmla="*/ 7221666 h 7221666"/>
              <a:gd name="connsiteX5" fmla="*/ 0 w 6395847"/>
              <a:gd name="connsiteY5" fmla="*/ 3447952 h 7221666"/>
              <a:gd name="connsiteX6" fmla="*/ 1 w 6395847"/>
              <a:gd name="connsiteY6" fmla="*/ 3447952 h 7221666"/>
              <a:gd name="connsiteX7" fmla="*/ 1 w 6395847"/>
              <a:gd name="connsiteY7" fmla="*/ 3019060 h 7221666"/>
              <a:gd name="connsiteX8" fmla="*/ 279301 w 6395847"/>
              <a:gd name="connsiteY8" fmla="*/ 2344769 h 7221666"/>
              <a:gd name="connsiteX9" fmla="*/ 405446 w 6395847"/>
              <a:gd name="connsiteY9" fmla="*/ 2240690 h 7221666"/>
              <a:gd name="connsiteX10" fmla="*/ 404464 w 6395847"/>
              <a:gd name="connsiteY10" fmla="*/ 2239038 h 7221666"/>
              <a:gd name="connsiteX11" fmla="*/ 415115 w 6395847"/>
              <a:gd name="connsiteY11" fmla="*/ 2232712 h 7221666"/>
              <a:gd name="connsiteX12" fmla="*/ 420431 w 6395847"/>
              <a:gd name="connsiteY12" fmla="*/ 2228326 h 7221666"/>
              <a:gd name="connsiteX13" fmla="*/ 444464 w 6395847"/>
              <a:gd name="connsiteY13" fmla="*/ 2215281 h 7221666"/>
              <a:gd name="connsiteX14" fmla="*/ 3989796 w 6395847"/>
              <a:gd name="connsiteY14" fmla="*/ 109665 h 7221666"/>
              <a:gd name="connsiteX15" fmla="*/ 3993587 w 6395847"/>
              <a:gd name="connsiteY15" fmla="*/ 116048 h 7221666"/>
              <a:gd name="connsiteX16" fmla="*/ 4025229 w 6395847"/>
              <a:gd name="connsiteY16" fmla="*/ 96652 h 7221666"/>
              <a:gd name="connsiteX17" fmla="*/ 4920239 w 6395847"/>
              <a:gd name="connsiteY17" fmla="*/ 127915 h 7221666"/>
              <a:gd name="connsiteX18" fmla="*/ 5919213 w 6395847"/>
              <a:gd name="connsiteY18" fmla="*/ 704673 h 7221666"/>
              <a:gd name="connsiteX19" fmla="*/ 6030081 w 6395847"/>
              <a:gd name="connsiteY19" fmla="*/ 779366 h 7221666"/>
              <a:gd name="connsiteX20" fmla="*/ 6096000 w 6395847"/>
              <a:gd name="connsiteY20" fmla="*/ 838524 h 7221666"/>
              <a:gd name="connsiteX21" fmla="*/ 6096000 w 6395847"/>
              <a:gd name="connsiteY21" fmla="*/ 7221665 h 7221666"/>
              <a:gd name="connsiteX22" fmla="*/ 6221624 w 6395847"/>
              <a:gd name="connsiteY22" fmla="*/ 982469 h 7221666"/>
              <a:gd name="connsiteX23" fmla="*/ 6201936 w 6395847"/>
              <a:gd name="connsiteY23" fmla="*/ 954781 h 7221666"/>
              <a:gd name="connsiteX24" fmla="*/ 6210136 w 6395847"/>
              <a:gd name="connsiteY24" fmla="*/ 964466 h 7221666"/>
              <a:gd name="connsiteX25" fmla="*/ 6283768 w 6395847"/>
              <a:gd name="connsiteY25" fmla="*/ 1082992 h 7221666"/>
              <a:gd name="connsiteX26" fmla="*/ 6267120 w 6395847"/>
              <a:gd name="connsiteY26" fmla="*/ 1053774 h 7221666"/>
              <a:gd name="connsiteX27" fmla="*/ 6278411 w 6395847"/>
              <a:gd name="connsiteY27" fmla="*/ 1071469 h 7221666"/>
              <a:gd name="connsiteX28" fmla="*/ 6372765 w 6395847"/>
              <a:gd name="connsiteY28" fmla="*/ 1326510 h 7221666"/>
              <a:gd name="connsiteX29" fmla="*/ 6365409 w 6395847"/>
              <a:gd name="connsiteY29" fmla="*/ 1293851 h 7221666"/>
              <a:gd name="connsiteX30" fmla="*/ 6369173 w 6395847"/>
              <a:gd name="connsiteY30" fmla="*/ 1305870 h 7221666"/>
              <a:gd name="connsiteX31" fmla="*/ 6391257 w 6395847"/>
              <a:gd name="connsiteY31" fmla="*/ 1442433 h 7221666"/>
              <a:gd name="connsiteX32" fmla="*/ 6387139 w 6395847"/>
              <a:gd name="connsiteY32" fmla="*/ 1409114 h 7221666"/>
              <a:gd name="connsiteX33" fmla="*/ 6390749 w 6395847"/>
              <a:gd name="connsiteY33" fmla="*/ 1429863 h 7221666"/>
              <a:gd name="connsiteX34" fmla="*/ 6395847 w 6395847"/>
              <a:gd name="connsiteY34" fmla="*/ 1556116 h 7221666"/>
              <a:gd name="connsiteX35" fmla="*/ 6268252 w 6395847"/>
              <a:gd name="connsiteY35" fmla="*/ 2007304 h 7221666"/>
              <a:gd name="connsiteX36" fmla="*/ 6096001 w 6395847"/>
              <a:gd name="connsiteY36" fmla="*/ 2305652 h 7221666"/>
              <a:gd name="connsiteX37" fmla="*/ 6096001 w 6395847"/>
              <a:gd name="connsiteY37" fmla="*/ 2305651 h 7221666"/>
              <a:gd name="connsiteX38" fmla="*/ 6268252 w 6395847"/>
              <a:gd name="connsiteY38" fmla="*/ 2007303 h 7221666"/>
              <a:gd name="connsiteX39" fmla="*/ 6385798 w 6395847"/>
              <a:gd name="connsiteY39" fmla="*/ 1671419 h 7221666"/>
              <a:gd name="connsiteX40" fmla="*/ 6395847 w 6395847"/>
              <a:gd name="connsiteY40" fmla="*/ 1556116 h 722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6395847" h="7221666">
                <a:moveTo>
                  <a:pt x="6096001" y="7221665"/>
                </a:moveTo>
                <a:lnTo>
                  <a:pt x="6096001" y="7221666"/>
                </a:lnTo>
                <a:lnTo>
                  <a:pt x="3314700" y="7221666"/>
                </a:lnTo>
                <a:lnTo>
                  <a:pt x="2781301" y="7221666"/>
                </a:lnTo>
                <a:lnTo>
                  <a:pt x="0" y="7221666"/>
                </a:lnTo>
                <a:lnTo>
                  <a:pt x="0" y="3447952"/>
                </a:lnTo>
                <a:lnTo>
                  <a:pt x="1" y="3447952"/>
                </a:lnTo>
                <a:lnTo>
                  <a:pt x="1" y="3019060"/>
                </a:lnTo>
                <a:cubicBezTo>
                  <a:pt x="1" y="2755733"/>
                  <a:pt x="106735" y="2517335"/>
                  <a:pt x="279301" y="2344769"/>
                </a:cubicBezTo>
                <a:lnTo>
                  <a:pt x="405446" y="2240690"/>
                </a:lnTo>
                <a:lnTo>
                  <a:pt x="404464" y="2239038"/>
                </a:lnTo>
                <a:lnTo>
                  <a:pt x="415115" y="2232712"/>
                </a:lnTo>
                <a:lnTo>
                  <a:pt x="420431" y="2228326"/>
                </a:lnTo>
                <a:lnTo>
                  <a:pt x="444464" y="2215281"/>
                </a:lnTo>
                <a:lnTo>
                  <a:pt x="3989796" y="109665"/>
                </a:lnTo>
                <a:lnTo>
                  <a:pt x="3993587" y="116048"/>
                </a:lnTo>
                <a:lnTo>
                  <a:pt x="4025229" y="96652"/>
                </a:lnTo>
                <a:cubicBezTo>
                  <a:pt x="4300466" y="-37338"/>
                  <a:pt x="4635179" y="-36664"/>
                  <a:pt x="4920239" y="127915"/>
                </a:cubicBezTo>
                <a:lnTo>
                  <a:pt x="5919213" y="704673"/>
                </a:lnTo>
                <a:cubicBezTo>
                  <a:pt x="5958409" y="727303"/>
                  <a:pt x="5995390" y="752295"/>
                  <a:pt x="6030081" y="779366"/>
                </a:cubicBezTo>
                <a:lnTo>
                  <a:pt x="6096000" y="838524"/>
                </a:lnTo>
                <a:lnTo>
                  <a:pt x="6096000" y="7221665"/>
                </a:lnTo>
                <a:close/>
                <a:moveTo>
                  <a:pt x="6221624" y="982469"/>
                </a:moveTo>
                <a:lnTo>
                  <a:pt x="6201936" y="954781"/>
                </a:lnTo>
                <a:lnTo>
                  <a:pt x="6210136" y="964466"/>
                </a:lnTo>
                <a:close/>
                <a:moveTo>
                  <a:pt x="6283768" y="1082992"/>
                </a:moveTo>
                <a:lnTo>
                  <a:pt x="6267120" y="1053774"/>
                </a:lnTo>
                <a:lnTo>
                  <a:pt x="6278411" y="1071469"/>
                </a:lnTo>
                <a:close/>
                <a:moveTo>
                  <a:pt x="6372765" y="1326510"/>
                </a:moveTo>
                <a:lnTo>
                  <a:pt x="6365409" y="1293851"/>
                </a:lnTo>
                <a:lnTo>
                  <a:pt x="6369173" y="1305870"/>
                </a:lnTo>
                <a:close/>
                <a:moveTo>
                  <a:pt x="6391257" y="1442433"/>
                </a:moveTo>
                <a:lnTo>
                  <a:pt x="6387139" y="1409114"/>
                </a:lnTo>
                <a:lnTo>
                  <a:pt x="6390749" y="1429863"/>
                </a:lnTo>
                <a:close/>
                <a:moveTo>
                  <a:pt x="6395847" y="1556116"/>
                </a:moveTo>
                <a:cubicBezTo>
                  <a:pt x="6391855" y="1709831"/>
                  <a:pt x="6350542" y="1864774"/>
                  <a:pt x="6268252" y="2007304"/>
                </a:cubicBezTo>
                <a:lnTo>
                  <a:pt x="6096001" y="2305652"/>
                </a:lnTo>
                <a:lnTo>
                  <a:pt x="6096001" y="2305651"/>
                </a:lnTo>
                <a:lnTo>
                  <a:pt x="6268252" y="2007303"/>
                </a:lnTo>
                <a:cubicBezTo>
                  <a:pt x="6329969" y="1900406"/>
                  <a:pt x="6368637" y="1786526"/>
                  <a:pt x="6385798" y="1671419"/>
                </a:cubicBezTo>
                <a:lnTo>
                  <a:pt x="6395847" y="1556116"/>
                </a:lnTo>
                <a:close/>
              </a:path>
            </a:pathLst>
          </a:custGeom>
          <a:gradFill>
            <a:gsLst>
              <a:gs pos="0">
                <a:srgbClr val="0165C5"/>
              </a:gs>
              <a:gs pos="100000">
                <a:srgbClr val="0165C5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阿里巴巴普惠体" panose="00020600040101010101" pitchFamily="18" charset="-122"/>
              <a:ea typeface="微软雅黑" panose="020B0503020204020204" pitchFamily="34" charset="-122"/>
              <a:sym typeface="Segoe UI" panose="020B0502040204020203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670572" y="1555775"/>
            <a:ext cx="101273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>
              <a:lnSpc>
                <a:spcPct val="100000"/>
              </a:lnSpc>
              <a:defRPr lang="zh-CN" altLang="en-US" sz="2400" b="1" kern="1200" dirty="0">
                <a:solidFill>
                  <a:srgbClr val="0463C4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/>
            <a:r>
              <a:rPr lang="zh-CN" altLang="en-US" dirty="0"/>
              <a:t>单击此处编辑母版标题样式 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1915" y="375709"/>
            <a:ext cx="2251713" cy="383211"/>
          </a:xfrm>
          <a:prstGeom prst="rect">
            <a:avLst/>
          </a:prstGeom>
        </p:spPr>
      </p:pic>
      <p:sp>
        <p:nvSpPr>
          <p:cNvPr id="14" name="内容占位符 13"/>
          <p:cNvSpPr>
            <a:spLocks noGrp="1"/>
          </p:cNvSpPr>
          <p:nvPr>
            <p:ph sz="quarter" idx="11"/>
          </p:nvPr>
        </p:nvSpPr>
        <p:spPr>
          <a:xfrm>
            <a:off x="524202" y="2368647"/>
            <a:ext cx="11299202" cy="3540427"/>
          </a:xfrm>
          <a:prstGeom prst="rect">
            <a:avLst/>
          </a:prstGeom>
        </p:spPr>
        <p:txBody>
          <a:bodyPr/>
          <a:lstStyle>
            <a:lvl1pPr eaLnBrk="1" fontAlgn="auto" latinLnBrk="0" hangingPunct="1">
              <a:lnSpc>
                <a:spcPct val="150000"/>
              </a:lnSpc>
              <a:defRPr sz="2000"/>
            </a:lvl1pPr>
            <a:lvl2pPr eaLnBrk="1" fontAlgn="auto" latinLnBrk="0" hangingPunct="1">
              <a:lnSpc>
                <a:spcPct val="150000"/>
              </a:lnSpc>
              <a:defRPr sz="2000"/>
            </a:lvl2pPr>
            <a:lvl3pPr eaLnBrk="1" fontAlgn="auto" latinLnBrk="0" hangingPunct="1">
              <a:lnSpc>
                <a:spcPct val="150000"/>
              </a:lnSpc>
              <a:defRPr sz="2000"/>
            </a:lvl3pPr>
            <a:lvl4pPr eaLnBrk="1" fontAlgn="auto" latinLnBrk="0" hangingPunct="1">
              <a:lnSpc>
                <a:spcPct val="150000"/>
              </a:lnSpc>
              <a:defRPr sz="2000"/>
            </a:lvl4pPr>
            <a:lvl5pPr eaLnBrk="1" fontAlgn="auto" latinLnBrk="0" hangingPunct="1">
              <a:lnSpc>
                <a:spcPct val="150000"/>
              </a:lnSpc>
              <a:defRPr sz="20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grpSp>
        <p:nvGrpSpPr>
          <p:cNvPr id="6" name="组合 5"/>
          <p:cNvGrpSpPr/>
          <p:nvPr/>
        </p:nvGrpSpPr>
        <p:grpSpPr>
          <a:xfrm>
            <a:off x="801093" y="1443871"/>
            <a:ext cx="714694" cy="714694"/>
            <a:chOff x="8289913" y="2508666"/>
            <a:chExt cx="714694" cy="714694"/>
          </a:xfrm>
        </p:grpSpPr>
        <p:sp>
          <p:nvSpPr>
            <p:cNvPr id="7" name="椭圆 6"/>
            <p:cNvSpPr/>
            <p:nvPr/>
          </p:nvSpPr>
          <p:spPr>
            <a:xfrm>
              <a:off x="8289913" y="2508666"/>
              <a:ext cx="714694" cy="714694"/>
            </a:xfrm>
            <a:prstGeom prst="ellipse">
              <a:avLst/>
            </a:prstGeom>
            <a:solidFill>
              <a:srgbClr val="0463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5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endParaRPr>
            </a:p>
          </p:txBody>
        </p:sp>
        <p:sp>
          <p:nvSpPr>
            <p:cNvPr id="8" name="arrow-pointing-left-circular-button_20407"/>
            <p:cNvSpPr>
              <a:spLocks noChangeAspect="1"/>
            </p:cNvSpPr>
            <p:nvPr/>
          </p:nvSpPr>
          <p:spPr bwMode="auto">
            <a:xfrm>
              <a:off x="8444698" y="2663709"/>
              <a:ext cx="405123" cy="404607"/>
            </a:xfrm>
            <a:custGeom>
              <a:avLst/>
              <a:gdLst>
                <a:gd name="T0" fmla="*/ 2307 w 4612"/>
                <a:gd name="T1" fmla="*/ 4614 h 4614"/>
                <a:gd name="T2" fmla="*/ 0 w 4612"/>
                <a:gd name="T3" fmla="*/ 2307 h 4614"/>
                <a:gd name="T4" fmla="*/ 2307 w 4612"/>
                <a:gd name="T5" fmla="*/ 0 h 4614"/>
                <a:gd name="T6" fmla="*/ 4612 w 4612"/>
                <a:gd name="T7" fmla="*/ 2227 h 4614"/>
                <a:gd name="T8" fmla="*/ 2031 w 4612"/>
                <a:gd name="T9" fmla="*/ 2222 h 4614"/>
                <a:gd name="T10" fmla="*/ 2479 w 4612"/>
                <a:gd name="T11" fmla="*/ 1775 h 4614"/>
                <a:gd name="T12" fmla="*/ 2367 w 4612"/>
                <a:gd name="T13" fmla="*/ 1662 h 4614"/>
                <a:gd name="T14" fmla="*/ 1727 w 4612"/>
                <a:gd name="T15" fmla="*/ 2302 h 4614"/>
                <a:gd name="T16" fmla="*/ 2378 w 4612"/>
                <a:gd name="T17" fmla="*/ 2952 h 4614"/>
                <a:gd name="T18" fmla="*/ 2490 w 4612"/>
                <a:gd name="T19" fmla="*/ 2840 h 4614"/>
                <a:gd name="T20" fmla="*/ 2032 w 4612"/>
                <a:gd name="T21" fmla="*/ 2381 h 4614"/>
                <a:gd name="T22" fmla="*/ 4612 w 4612"/>
                <a:gd name="T23" fmla="*/ 2387 h 4614"/>
                <a:gd name="T24" fmla="*/ 2307 w 4612"/>
                <a:gd name="T25" fmla="*/ 4614 h 4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612" h="4614">
                  <a:moveTo>
                    <a:pt x="2307" y="4614"/>
                  </a:moveTo>
                  <a:cubicBezTo>
                    <a:pt x="1035" y="4614"/>
                    <a:pt x="0" y="3579"/>
                    <a:pt x="0" y="2307"/>
                  </a:cubicBezTo>
                  <a:cubicBezTo>
                    <a:pt x="0" y="1035"/>
                    <a:pt x="1035" y="0"/>
                    <a:pt x="2307" y="0"/>
                  </a:cubicBezTo>
                  <a:cubicBezTo>
                    <a:pt x="3553" y="0"/>
                    <a:pt x="4570" y="992"/>
                    <a:pt x="4612" y="2227"/>
                  </a:cubicBezTo>
                  <a:lnTo>
                    <a:pt x="2031" y="2222"/>
                  </a:lnTo>
                  <a:lnTo>
                    <a:pt x="2479" y="1775"/>
                  </a:lnTo>
                  <a:lnTo>
                    <a:pt x="2367" y="1662"/>
                  </a:lnTo>
                  <a:lnTo>
                    <a:pt x="1727" y="2302"/>
                  </a:lnTo>
                  <a:lnTo>
                    <a:pt x="2378" y="2952"/>
                  </a:lnTo>
                  <a:lnTo>
                    <a:pt x="2490" y="2840"/>
                  </a:lnTo>
                  <a:lnTo>
                    <a:pt x="2032" y="2381"/>
                  </a:lnTo>
                  <a:lnTo>
                    <a:pt x="4612" y="2387"/>
                  </a:lnTo>
                  <a:cubicBezTo>
                    <a:pt x="4570" y="3622"/>
                    <a:pt x="3553" y="4614"/>
                    <a:pt x="2307" y="461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endParaRPr>
            </a:p>
          </p:txBody>
        </p:sp>
      </p:grpSp>
      <p:sp>
        <p:nvSpPr>
          <p:cNvPr id="9" name="标题 1"/>
          <p:cNvSpPr>
            <a:spLocks noGrp="1"/>
          </p:cNvSpPr>
          <p:nvPr/>
        </p:nvSpPr>
        <p:spPr>
          <a:xfrm>
            <a:off x="290830" y="384278"/>
            <a:ext cx="11506835" cy="48430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l">
              <a:lnSpc>
                <a:spcPct val="100000"/>
              </a:lnSpc>
              <a:defRPr lang="zh-CN" altLang="en-US" sz="2400" b="1" kern="1200" dirty="0">
                <a:solidFill>
                  <a:srgbClr val="0463C4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sz="2800" dirty="0">
                <a:solidFill>
                  <a:schemeClr val="bg1"/>
                </a:solidFill>
              </a:rPr>
              <a:t>  1</a:t>
            </a:r>
            <a:r>
              <a:rPr lang="en-US" altLang="zh-CN" sz="2800" dirty="0">
                <a:solidFill>
                  <a:schemeClr val="bg1">
                    <a:alpha val="80000"/>
                  </a:schemeClr>
                </a:solidFill>
              </a:rPr>
              <a:t>0</a:t>
            </a:r>
            <a:r>
              <a:rPr lang="en-US" altLang="zh-CN" sz="2800" dirty="0">
                <a:solidFill>
                  <a:srgbClr val="0091D9"/>
                </a:solidFill>
              </a:rPr>
              <a:t>         </a:t>
            </a:r>
            <a:r>
              <a:rPr lang="zh-CN" altLang="en-US" sz="2800" dirty="0">
                <a:solidFill>
                  <a:srgbClr val="0091D9"/>
                </a:solidFill>
              </a:rPr>
              <a:t>会议纪要</a:t>
            </a:r>
          </a:p>
        </p:txBody>
      </p:sp>
    </p:spTree>
    <p:extLst>
      <p:ext uri="{BB962C8B-B14F-4D97-AF65-F5344CB8AC3E}">
        <p14:creationId xmlns:p14="http://schemas.microsoft.com/office/powerpoint/2010/main" val="1883792018"/>
      </p:ext>
    </p:extLst>
  </p:cSld>
  <p:clrMapOvr>
    <a:masterClrMapping/>
  </p:clrMapOvr>
  <p:transition spd="slow" advTm="0">
    <p:wipe dir="r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159657"/>
            <a:ext cx="12192000" cy="798286"/>
          </a:xfrm>
          <a:prstGeom prst="rect">
            <a:avLst/>
          </a:prstGeom>
          <a:solidFill>
            <a:srgbClr val="D6E8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任意多边形: 形状 3"/>
          <p:cNvSpPr/>
          <p:nvPr/>
        </p:nvSpPr>
        <p:spPr>
          <a:xfrm rot="5400000" flipH="1">
            <a:off x="130629" y="-188683"/>
            <a:ext cx="1219197" cy="1480455"/>
          </a:xfrm>
          <a:custGeom>
            <a:avLst/>
            <a:gdLst>
              <a:gd name="connsiteX0" fmla="*/ 6096001 w 6395847"/>
              <a:gd name="connsiteY0" fmla="*/ 7221665 h 7221666"/>
              <a:gd name="connsiteX1" fmla="*/ 6096001 w 6395847"/>
              <a:gd name="connsiteY1" fmla="*/ 7221666 h 7221666"/>
              <a:gd name="connsiteX2" fmla="*/ 3314700 w 6395847"/>
              <a:gd name="connsiteY2" fmla="*/ 7221666 h 7221666"/>
              <a:gd name="connsiteX3" fmla="*/ 2781301 w 6395847"/>
              <a:gd name="connsiteY3" fmla="*/ 7221666 h 7221666"/>
              <a:gd name="connsiteX4" fmla="*/ 0 w 6395847"/>
              <a:gd name="connsiteY4" fmla="*/ 7221666 h 7221666"/>
              <a:gd name="connsiteX5" fmla="*/ 0 w 6395847"/>
              <a:gd name="connsiteY5" fmla="*/ 3447952 h 7221666"/>
              <a:gd name="connsiteX6" fmla="*/ 1 w 6395847"/>
              <a:gd name="connsiteY6" fmla="*/ 3447952 h 7221666"/>
              <a:gd name="connsiteX7" fmla="*/ 1 w 6395847"/>
              <a:gd name="connsiteY7" fmla="*/ 3019060 h 7221666"/>
              <a:gd name="connsiteX8" fmla="*/ 279301 w 6395847"/>
              <a:gd name="connsiteY8" fmla="*/ 2344769 h 7221666"/>
              <a:gd name="connsiteX9" fmla="*/ 405446 w 6395847"/>
              <a:gd name="connsiteY9" fmla="*/ 2240690 h 7221666"/>
              <a:gd name="connsiteX10" fmla="*/ 404464 w 6395847"/>
              <a:gd name="connsiteY10" fmla="*/ 2239038 h 7221666"/>
              <a:gd name="connsiteX11" fmla="*/ 415115 w 6395847"/>
              <a:gd name="connsiteY11" fmla="*/ 2232712 h 7221666"/>
              <a:gd name="connsiteX12" fmla="*/ 420431 w 6395847"/>
              <a:gd name="connsiteY12" fmla="*/ 2228326 h 7221666"/>
              <a:gd name="connsiteX13" fmla="*/ 444464 w 6395847"/>
              <a:gd name="connsiteY13" fmla="*/ 2215281 h 7221666"/>
              <a:gd name="connsiteX14" fmla="*/ 3989796 w 6395847"/>
              <a:gd name="connsiteY14" fmla="*/ 109665 h 7221666"/>
              <a:gd name="connsiteX15" fmla="*/ 3993587 w 6395847"/>
              <a:gd name="connsiteY15" fmla="*/ 116048 h 7221666"/>
              <a:gd name="connsiteX16" fmla="*/ 4025229 w 6395847"/>
              <a:gd name="connsiteY16" fmla="*/ 96652 h 7221666"/>
              <a:gd name="connsiteX17" fmla="*/ 4920239 w 6395847"/>
              <a:gd name="connsiteY17" fmla="*/ 127915 h 7221666"/>
              <a:gd name="connsiteX18" fmla="*/ 5919213 w 6395847"/>
              <a:gd name="connsiteY18" fmla="*/ 704673 h 7221666"/>
              <a:gd name="connsiteX19" fmla="*/ 6030081 w 6395847"/>
              <a:gd name="connsiteY19" fmla="*/ 779366 h 7221666"/>
              <a:gd name="connsiteX20" fmla="*/ 6096000 w 6395847"/>
              <a:gd name="connsiteY20" fmla="*/ 838524 h 7221666"/>
              <a:gd name="connsiteX21" fmla="*/ 6096000 w 6395847"/>
              <a:gd name="connsiteY21" fmla="*/ 7221665 h 7221666"/>
              <a:gd name="connsiteX22" fmla="*/ 6221624 w 6395847"/>
              <a:gd name="connsiteY22" fmla="*/ 982469 h 7221666"/>
              <a:gd name="connsiteX23" fmla="*/ 6201936 w 6395847"/>
              <a:gd name="connsiteY23" fmla="*/ 954781 h 7221666"/>
              <a:gd name="connsiteX24" fmla="*/ 6210136 w 6395847"/>
              <a:gd name="connsiteY24" fmla="*/ 964466 h 7221666"/>
              <a:gd name="connsiteX25" fmla="*/ 6283768 w 6395847"/>
              <a:gd name="connsiteY25" fmla="*/ 1082992 h 7221666"/>
              <a:gd name="connsiteX26" fmla="*/ 6267120 w 6395847"/>
              <a:gd name="connsiteY26" fmla="*/ 1053774 h 7221666"/>
              <a:gd name="connsiteX27" fmla="*/ 6278411 w 6395847"/>
              <a:gd name="connsiteY27" fmla="*/ 1071469 h 7221666"/>
              <a:gd name="connsiteX28" fmla="*/ 6372765 w 6395847"/>
              <a:gd name="connsiteY28" fmla="*/ 1326510 h 7221666"/>
              <a:gd name="connsiteX29" fmla="*/ 6365409 w 6395847"/>
              <a:gd name="connsiteY29" fmla="*/ 1293851 h 7221666"/>
              <a:gd name="connsiteX30" fmla="*/ 6369173 w 6395847"/>
              <a:gd name="connsiteY30" fmla="*/ 1305870 h 7221666"/>
              <a:gd name="connsiteX31" fmla="*/ 6391257 w 6395847"/>
              <a:gd name="connsiteY31" fmla="*/ 1442433 h 7221666"/>
              <a:gd name="connsiteX32" fmla="*/ 6387139 w 6395847"/>
              <a:gd name="connsiteY32" fmla="*/ 1409114 h 7221666"/>
              <a:gd name="connsiteX33" fmla="*/ 6390749 w 6395847"/>
              <a:gd name="connsiteY33" fmla="*/ 1429863 h 7221666"/>
              <a:gd name="connsiteX34" fmla="*/ 6395847 w 6395847"/>
              <a:gd name="connsiteY34" fmla="*/ 1556116 h 7221666"/>
              <a:gd name="connsiteX35" fmla="*/ 6268252 w 6395847"/>
              <a:gd name="connsiteY35" fmla="*/ 2007304 h 7221666"/>
              <a:gd name="connsiteX36" fmla="*/ 6096001 w 6395847"/>
              <a:gd name="connsiteY36" fmla="*/ 2305652 h 7221666"/>
              <a:gd name="connsiteX37" fmla="*/ 6096001 w 6395847"/>
              <a:gd name="connsiteY37" fmla="*/ 2305651 h 7221666"/>
              <a:gd name="connsiteX38" fmla="*/ 6268252 w 6395847"/>
              <a:gd name="connsiteY38" fmla="*/ 2007303 h 7221666"/>
              <a:gd name="connsiteX39" fmla="*/ 6385798 w 6395847"/>
              <a:gd name="connsiteY39" fmla="*/ 1671419 h 7221666"/>
              <a:gd name="connsiteX40" fmla="*/ 6395847 w 6395847"/>
              <a:gd name="connsiteY40" fmla="*/ 1556116 h 722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6395847" h="7221666">
                <a:moveTo>
                  <a:pt x="6096001" y="7221665"/>
                </a:moveTo>
                <a:lnTo>
                  <a:pt x="6096001" y="7221666"/>
                </a:lnTo>
                <a:lnTo>
                  <a:pt x="3314700" y="7221666"/>
                </a:lnTo>
                <a:lnTo>
                  <a:pt x="2781301" y="7221666"/>
                </a:lnTo>
                <a:lnTo>
                  <a:pt x="0" y="7221666"/>
                </a:lnTo>
                <a:lnTo>
                  <a:pt x="0" y="3447952"/>
                </a:lnTo>
                <a:lnTo>
                  <a:pt x="1" y="3447952"/>
                </a:lnTo>
                <a:lnTo>
                  <a:pt x="1" y="3019060"/>
                </a:lnTo>
                <a:cubicBezTo>
                  <a:pt x="1" y="2755733"/>
                  <a:pt x="106735" y="2517335"/>
                  <a:pt x="279301" y="2344769"/>
                </a:cubicBezTo>
                <a:lnTo>
                  <a:pt x="405446" y="2240690"/>
                </a:lnTo>
                <a:lnTo>
                  <a:pt x="404464" y="2239038"/>
                </a:lnTo>
                <a:lnTo>
                  <a:pt x="415115" y="2232712"/>
                </a:lnTo>
                <a:lnTo>
                  <a:pt x="420431" y="2228326"/>
                </a:lnTo>
                <a:lnTo>
                  <a:pt x="444464" y="2215281"/>
                </a:lnTo>
                <a:lnTo>
                  <a:pt x="3989796" y="109665"/>
                </a:lnTo>
                <a:lnTo>
                  <a:pt x="3993587" y="116048"/>
                </a:lnTo>
                <a:lnTo>
                  <a:pt x="4025229" y="96652"/>
                </a:lnTo>
                <a:cubicBezTo>
                  <a:pt x="4300466" y="-37338"/>
                  <a:pt x="4635179" y="-36664"/>
                  <a:pt x="4920239" y="127915"/>
                </a:cubicBezTo>
                <a:lnTo>
                  <a:pt x="5919213" y="704673"/>
                </a:lnTo>
                <a:cubicBezTo>
                  <a:pt x="5958409" y="727303"/>
                  <a:pt x="5995390" y="752295"/>
                  <a:pt x="6030081" y="779366"/>
                </a:cubicBezTo>
                <a:lnTo>
                  <a:pt x="6096000" y="838524"/>
                </a:lnTo>
                <a:lnTo>
                  <a:pt x="6096000" y="7221665"/>
                </a:lnTo>
                <a:close/>
                <a:moveTo>
                  <a:pt x="6221624" y="982469"/>
                </a:moveTo>
                <a:lnTo>
                  <a:pt x="6201936" y="954781"/>
                </a:lnTo>
                <a:lnTo>
                  <a:pt x="6210136" y="964466"/>
                </a:lnTo>
                <a:close/>
                <a:moveTo>
                  <a:pt x="6283768" y="1082992"/>
                </a:moveTo>
                <a:lnTo>
                  <a:pt x="6267120" y="1053774"/>
                </a:lnTo>
                <a:lnTo>
                  <a:pt x="6278411" y="1071469"/>
                </a:lnTo>
                <a:close/>
                <a:moveTo>
                  <a:pt x="6372765" y="1326510"/>
                </a:moveTo>
                <a:lnTo>
                  <a:pt x="6365409" y="1293851"/>
                </a:lnTo>
                <a:lnTo>
                  <a:pt x="6369173" y="1305870"/>
                </a:lnTo>
                <a:close/>
                <a:moveTo>
                  <a:pt x="6391257" y="1442433"/>
                </a:moveTo>
                <a:lnTo>
                  <a:pt x="6387139" y="1409114"/>
                </a:lnTo>
                <a:lnTo>
                  <a:pt x="6390749" y="1429863"/>
                </a:lnTo>
                <a:close/>
                <a:moveTo>
                  <a:pt x="6395847" y="1556116"/>
                </a:moveTo>
                <a:cubicBezTo>
                  <a:pt x="6391855" y="1709831"/>
                  <a:pt x="6350542" y="1864774"/>
                  <a:pt x="6268252" y="2007304"/>
                </a:cubicBezTo>
                <a:lnTo>
                  <a:pt x="6096001" y="2305652"/>
                </a:lnTo>
                <a:lnTo>
                  <a:pt x="6096001" y="2305651"/>
                </a:lnTo>
                <a:lnTo>
                  <a:pt x="6268252" y="2007303"/>
                </a:lnTo>
                <a:cubicBezTo>
                  <a:pt x="6329969" y="1900406"/>
                  <a:pt x="6368637" y="1786526"/>
                  <a:pt x="6385798" y="1671419"/>
                </a:cubicBezTo>
                <a:lnTo>
                  <a:pt x="6395847" y="1556116"/>
                </a:lnTo>
                <a:close/>
              </a:path>
            </a:pathLst>
          </a:custGeom>
          <a:gradFill>
            <a:gsLst>
              <a:gs pos="0">
                <a:srgbClr val="0165C5"/>
              </a:gs>
              <a:gs pos="100000">
                <a:srgbClr val="0165C5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阿里巴巴普惠体" panose="00020600040101010101" pitchFamily="18" charset="-122"/>
              <a:ea typeface="微软雅黑" panose="020B0503020204020204" pitchFamily="34" charset="-122"/>
              <a:sym typeface="Segoe UI" panose="020B0502040204020203" pitchFamily="3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1915" y="375709"/>
            <a:ext cx="2251713" cy="383211"/>
          </a:xfrm>
          <a:prstGeom prst="rect">
            <a:avLst/>
          </a:prstGeom>
        </p:spPr>
      </p:pic>
      <p:grpSp>
        <p:nvGrpSpPr>
          <p:cNvPr id="7" name="组合 6"/>
          <p:cNvGrpSpPr/>
          <p:nvPr/>
        </p:nvGrpSpPr>
        <p:grpSpPr>
          <a:xfrm>
            <a:off x="801093" y="1443871"/>
            <a:ext cx="714694" cy="714694"/>
            <a:chOff x="8289913" y="2508666"/>
            <a:chExt cx="714694" cy="714694"/>
          </a:xfrm>
        </p:grpSpPr>
        <p:sp>
          <p:nvSpPr>
            <p:cNvPr id="8" name="椭圆 7"/>
            <p:cNvSpPr/>
            <p:nvPr/>
          </p:nvSpPr>
          <p:spPr>
            <a:xfrm>
              <a:off x="8289913" y="2508666"/>
              <a:ext cx="714694" cy="714694"/>
            </a:xfrm>
            <a:prstGeom prst="ellipse">
              <a:avLst/>
            </a:prstGeom>
            <a:solidFill>
              <a:srgbClr val="0463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5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endParaRPr>
            </a:p>
          </p:txBody>
        </p:sp>
        <p:sp>
          <p:nvSpPr>
            <p:cNvPr id="10" name="arrow-pointing-left-circular-button_20407"/>
            <p:cNvSpPr>
              <a:spLocks noChangeAspect="1"/>
            </p:cNvSpPr>
            <p:nvPr/>
          </p:nvSpPr>
          <p:spPr bwMode="auto">
            <a:xfrm>
              <a:off x="8444698" y="2663709"/>
              <a:ext cx="405123" cy="404607"/>
            </a:xfrm>
            <a:custGeom>
              <a:avLst/>
              <a:gdLst>
                <a:gd name="T0" fmla="*/ 2307 w 4612"/>
                <a:gd name="T1" fmla="*/ 4614 h 4614"/>
                <a:gd name="T2" fmla="*/ 0 w 4612"/>
                <a:gd name="T3" fmla="*/ 2307 h 4614"/>
                <a:gd name="T4" fmla="*/ 2307 w 4612"/>
                <a:gd name="T5" fmla="*/ 0 h 4614"/>
                <a:gd name="T6" fmla="*/ 4612 w 4612"/>
                <a:gd name="T7" fmla="*/ 2227 h 4614"/>
                <a:gd name="T8" fmla="*/ 2031 w 4612"/>
                <a:gd name="T9" fmla="*/ 2222 h 4614"/>
                <a:gd name="T10" fmla="*/ 2479 w 4612"/>
                <a:gd name="T11" fmla="*/ 1775 h 4614"/>
                <a:gd name="T12" fmla="*/ 2367 w 4612"/>
                <a:gd name="T13" fmla="*/ 1662 h 4614"/>
                <a:gd name="T14" fmla="*/ 1727 w 4612"/>
                <a:gd name="T15" fmla="*/ 2302 h 4614"/>
                <a:gd name="T16" fmla="*/ 2378 w 4612"/>
                <a:gd name="T17" fmla="*/ 2952 h 4614"/>
                <a:gd name="T18" fmla="*/ 2490 w 4612"/>
                <a:gd name="T19" fmla="*/ 2840 h 4614"/>
                <a:gd name="T20" fmla="*/ 2032 w 4612"/>
                <a:gd name="T21" fmla="*/ 2381 h 4614"/>
                <a:gd name="T22" fmla="*/ 4612 w 4612"/>
                <a:gd name="T23" fmla="*/ 2387 h 4614"/>
                <a:gd name="T24" fmla="*/ 2307 w 4612"/>
                <a:gd name="T25" fmla="*/ 4614 h 4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612" h="4614">
                  <a:moveTo>
                    <a:pt x="2307" y="4614"/>
                  </a:moveTo>
                  <a:cubicBezTo>
                    <a:pt x="1035" y="4614"/>
                    <a:pt x="0" y="3579"/>
                    <a:pt x="0" y="2307"/>
                  </a:cubicBezTo>
                  <a:cubicBezTo>
                    <a:pt x="0" y="1035"/>
                    <a:pt x="1035" y="0"/>
                    <a:pt x="2307" y="0"/>
                  </a:cubicBezTo>
                  <a:cubicBezTo>
                    <a:pt x="3553" y="0"/>
                    <a:pt x="4570" y="992"/>
                    <a:pt x="4612" y="2227"/>
                  </a:cubicBezTo>
                  <a:lnTo>
                    <a:pt x="2031" y="2222"/>
                  </a:lnTo>
                  <a:lnTo>
                    <a:pt x="2479" y="1775"/>
                  </a:lnTo>
                  <a:lnTo>
                    <a:pt x="2367" y="1662"/>
                  </a:lnTo>
                  <a:lnTo>
                    <a:pt x="1727" y="2302"/>
                  </a:lnTo>
                  <a:lnTo>
                    <a:pt x="2378" y="2952"/>
                  </a:lnTo>
                  <a:lnTo>
                    <a:pt x="2490" y="2840"/>
                  </a:lnTo>
                  <a:lnTo>
                    <a:pt x="2032" y="2381"/>
                  </a:lnTo>
                  <a:lnTo>
                    <a:pt x="4612" y="2387"/>
                  </a:lnTo>
                  <a:cubicBezTo>
                    <a:pt x="4570" y="3622"/>
                    <a:pt x="3553" y="4614"/>
                    <a:pt x="2307" y="461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endParaRPr>
            </a:p>
          </p:txBody>
        </p:sp>
      </p:grpSp>
      <p:sp>
        <p:nvSpPr>
          <p:cNvPr id="11" name="矩形 3"/>
          <p:cNvSpPr/>
          <p:nvPr/>
        </p:nvSpPr>
        <p:spPr>
          <a:xfrm>
            <a:off x="747487" y="2313608"/>
            <a:ext cx="10697028" cy="407729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endParaRPr lang="ru-RU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阿里巴巴普惠体" panose="00020600040101010101" pitchFamily="18" charset="-122"/>
            </a:endParaRPr>
          </a:p>
        </p:txBody>
      </p:sp>
      <p:sp>
        <p:nvSpPr>
          <p:cNvPr id="15" name="标题 1"/>
          <p:cNvSpPr>
            <a:spLocks noGrp="1"/>
          </p:cNvSpPr>
          <p:nvPr>
            <p:ph type="title" hasCustomPrompt="1"/>
          </p:nvPr>
        </p:nvSpPr>
        <p:spPr>
          <a:xfrm>
            <a:off x="1670572" y="1555775"/>
            <a:ext cx="101273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>
              <a:lnSpc>
                <a:spcPct val="100000"/>
              </a:lnSpc>
              <a:defRPr lang="zh-CN" altLang="en-US" sz="2400" b="1" kern="1200" dirty="0">
                <a:solidFill>
                  <a:srgbClr val="0463C4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/>
            <a:r>
              <a:rPr lang="zh-CN" altLang="en-US" dirty="0"/>
              <a:t>单击此处编辑母版标题样式 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057B88A-48E7-5510-D21C-302607EC0201}"/>
              </a:ext>
            </a:extLst>
          </p:cNvPr>
          <p:cNvSpPr>
            <a:spLocks noGrp="1"/>
          </p:cNvSpPr>
          <p:nvPr/>
        </p:nvSpPr>
        <p:spPr>
          <a:xfrm>
            <a:off x="290830" y="384278"/>
            <a:ext cx="11506835" cy="48430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l">
              <a:lnSpc>
                <a:spcPct val="100000"/>
              </a:lnSpc>
              <a:defRPr lang="zh-CN" altLang="en-US" sz="2400" b="1" kern="1200" dirty="0">
                <a:solidFill>
                  <a:srgbClr val="0463C4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sz="2800" dirty="0">
                <a:solidFill>
                  <a:schemeClr val="bg1"/>
                </a:solidFill>
              </a:rPr>
              <a:t>  1</a:t>
            </a:r>
            <a:r>
              <a:rPr lang="en-US" altLang="zh-CN" sz="2800" dirty="0">
                <a:solidFill>
                  <a:schemeClr val="bg1">
                    <a:alpha val="80000"/>
                  </a:schemeClr>
                </a:solidFill>
              </a:rPr>
              <a:t>0</a:t>
            </a:r>
            <a:r>
              <a:rPr lang="en-US" altLang="zh-CN" sz="2800" dirty="0">
                <a:solidFill>
                  <a:srgbClr val="0091D9"/>
                </a:solidFill>
              </a:rPr>
              <a:t>         </a:t>
            </a:r>
            <a:r>
              <a:rPr lang="zh-CN" altLang="en-US" sz="2800" b="1" kern="1200" dirty="0">
                <a:solidFill>
                  <a:srgbClr val="0091D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rPr>
              <a:t>财务管理的环境</a:t>
            </a:r>
            <a:endParaRPr lang="zh-CN" altLang="en-US" sz="2800" dirty="0">
              <a:solidFill>
                <a:srgbClr val="0091D9"/>
              </a:solidFill>
            </a:endParaRPr>
          </a:p>
        </p:txBody>
      </p:sp>
      <p:sp>
        <p:nvSpPr>
          <p:cNvPr id="9" name="内容占位符 22">
            <a:extLst>
              <a:ext uri="{FF2B5EF4-FFF2-40B4-BE49-F238E27FC236}">
                <a16:creationId xmlns:a16="http://schemas.microsoft.com/office/drawing/2014/main" id="{4FCB1552-F63F-5BAC-C851-A95C7C1C282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024731" y="2516808"/>
            <a:ext cx="10142537" cy="323051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/>
            </a:lvl1pPr>
            <a:lvl2pPr>
              <a:defRPr sz="2000"/>
            </a:lvl2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04065299"/>
      </p:ext>
    </p:extLst>
  </p:cSld>
  <p:clrMapOvr>
    <a:masterClrMapping/>
  </p:clrMapOvr>
  <p:transition spd="slow" advTm="0">
    <p:wipe dir="r"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159657"/>
            <a:ext cx="12192000" cy="798286"/>
          </a:xfrm>
          <a:prstGeom prst="rect">
            <a:avLst/>
          </a:prstGeom>
          <a:solidFill>
            <a:srgbClr val="D6E8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任意多边形: 形状 3"/>
          <p:cNvSpPr/>
          <p:nvPr/>
        </p:nvSpPr>
        <p:spPr>
          <a:xfrm rot="5400000" flipH="1">
            <a:off x="130629" y="-188683"/>
            <a:ext cx="1219197" cy="1480455"/>
          </a:xfrm>
          <a:custGeom>
            <a:avLst/>
            <a:gdLst>
              <a:gd name="connsiteX0" fmla="*/ 6096001 w 6395847"/>
              <a:gd name="connsiteY0" fmla="*/ 7221665 h 7221666"/>
              <a:gd name="connsiteX1" fmla="*/ 6096001 w 6395847"/>
              <a:gd name="connsiteY1" fmla="*/ 7221666 h 7221666"/>
              <a:gd name="connsiteX2" fmla="*/ 3314700 w 6395847"/>
              <a:gd name="connsiteY2" fmla="*/ 7221666 h 7221666"/>
              <a:gd name="connsiteX3" fmla="*/ 2781301 w 6395847"/>
              <a:gd name="connsiteY3" fmla="*/ 7221666 h 7221666"/>
              <a:gd name="connsiteX4" fmla="*/ 0 w 6395847"/>
              <a:gd name="connsiteY4" fmla="*/ 7221666 h 7221666"/>
              <a:gd name="connsiteX5" fmla="*/ 0 w 6395847"/>
              <a:gd name="connsiteY5" fmla="*/ 3447952 h 7221666"/>
              <a:gd name="connsiteX6" fmla="*/ 1 w 6395847"/>
              <a:gd name="connsiteY6" fmla="*/ 3447952 h 7221666"/>
              <a:gd name="connsiteX7" fmla="*/ 1 w 6395847"/>
              <a:gd name="connsiteY7" fmla="*/ 3019060 h 7221666"/>
              <a:gd name="connsiteX8" fmla="*/ 279301 w 6395847"/>
              <a:gd name="connsiteY8" fmla="*/ 2344769 h 7221666"/>
              <a:gd name="connsiteX9" fmla="*/ 405446 w 6395847"/>
              <a:gd name="connsiteY9" fmla="*/ 2240690 h 7221666"/>
              <a:gd name="connsiteX10" fmla="*/ 404464 w 6395847"/>
              <a:gd name="connsiteY10" fmla="*/ 2239038 h 7221666"/>
              <a:gd name="connsiteX11" fmla="*/ 415115 w 6395847"/>
              <a:gd name="connsiteY11" fmla="*/ 2232712 h 7221666"/>
              <a:gd name="connsiteX12" fmla="*/ 420431 w 6395847"/>
              <a:gd name="connsiteY12" fmla="*/ 2228326 h 7221666"/>
              <a:gd name="connsiteX13" fmla="*/ 444464 w 6395847"/>
              <a:gd name="connsiteY13" fmla="*/ 2215281 h 7221666"/>
              <a:gd name="connsiteX14" fmla="*/ 3989796 w 6395847"/>
              <a:gd name="connsiteY14" fmla="*/ 109665 h 7221666"/>
              <a:gd name="connsiteX15" fmla="*/ 3993587 w 6395847"/>
              <a:gd name="connsiteY15" fmla="*/ 116048 h 7221666"/>
              <a:gd name="connsiteX16" fmla="*/ 4025229 w 6395847"/>
              <a:gd name="connsiteY16" fmla="*/ 96652 h 7221666"/>
              <a:gd name="connsiteX17" fmla="*/ 4920239 w 6395847"/>
              <a:gd name="connsiteY17" fmla="*/ 127915 h 7221666"/>
              <a:gd name="connsiteX18" fmla="*/ 5919213 w 6395847"/>
              <a:gd name="connsiteY18" fmla="*/ 704673 h 7221666"/>
              <a:gd name="connsiteX19" fmla="*/ 6030081 w 6395847"/>
              <a:gd name="connsiteY19" fmla="*/ 779366 h 7221666"/>
              <a:gd name="connsiteX20" fmla="*/ 6096000 w 6395847"/>
              <a:gd name="connsiteY20" fmla="*/ 838524 h 7221666"/>
              <a:gd name="connsiteX21" fmla="*/ 6096000 w 6395847"/>
              <a:gd name="connsiteY21" fmla="*/ 7221665 h 7221666"/>
              <a:gd name="connsiteX22" fmla="*/ 6221624 w 6395847"/>
              <a:gd name="connsiteY22" fmla="*/ 982469 h 7221666"/>
              <a:gd name="connsiteX23" fmla="*/ 6201936 w 6395847"/>
              <a:gd name="connsiteY23" fmla="*/ 954781 h 7221666"/>
              <a:gd name="connsiteX24" fmla="*/ 6210136 w 6395847"/>
              <a:gd name="connsiteY24" fmla="*/ 964466 h 7221666"/>
              <a:gd name="connsiteX25" fmla="*/ 6283768 w 6395847"/>
              <a:gd name="connsiteY25" fmla="*/ 1082992 h 7221666"/>
              <a:gd name="connsiteX26" fmla="*/ 6267120 w 6395847"/>
              <a:gd name="connsiteY26" fmla="*/ 1053774 h 7221666"/>
              <a:gd name="connsiteX27" fmla="*/ 6278411 w 6395847"/>
              <a:gd name="connsiteY27" fmla="*/ 1071469 h 7221666"/>
              <a:gd name="connsiteX28" fmla="*/ 6372765 w 6395847"/>
              <a:gd name="connsiteY28" fmla="*/ 1326510 h 7221666"/>
              <a:gd name="connsiteX29" fmla="*/ 6365409 w 6395847"/>
              <a:gd name="connsiteY29" fmla="*/ 1293851 h 7221666"/>
              <a:gd name="connsiteX30" fmla="*/ 6369173 w 6395847"/>
              <a:gd name="connsiteY30" fmla="*/ 1305870 h 7221666"/>
              <a:gd name="connsiteX31" fmla="*/ 6391257 w 6395847"/>
              <a:gd name="connsiteY31" fmla="*/ 1442433 h 7221666"/>
              <a:gd name="connsiteX32" fmla="*/ 6387139 w 6395847"/>
              <a:gd name="connsiteY32" fmla="*/ 1409114 h 7221666"/>
              <a:gd name="connsiteX33" fmla="*/ 6390749 w 6395847"/>
              <a:gd name="connsiteY33" fmla="*/ 1429863 h 7221666"/>
              <a:gd name="connsiteX34" fmla="*/ 6395847 w 6395847"/>
              <a:gd name="connsiteY34" fmla="*/ 1556116 h 7221666"/>
              <a:gd name="connsiteX35" fmla="*/ 6268252 w 6395847"/>
              <a:gd name="connsiteY35" fmla="*/ 2007304 h 7221666"/>
              <a:gd name="connsiteX36" fmla="*/ 6096001 w 6395847"/>
              <a:gd name="connsiteY36" fmla="*/ 2305652 h 7221666"/>
              <a:gd name="connsiteX37" fmla="*/ 6096001 w 6395847"/>
              <a:gd name="connsiteY37" fmla="*/ 2305651 h 7221666"/>
              <a:gd name="connsiteX38" fmla="*/ 6268252 w 6395847"/>
              <a:gd name="connsiteY38" fmla="*/ 2007303 h 7221666"/>
              <a:gd name="connsiteX39" fmla="*/ 6385798 w 6395847"/>
              <a:gd name="connsiteY39" fmla="*/ 1671419 h 7221666"/>
              <a:gd name="connsiteX40" fmla="*/ 6395847 w 6395847"/>
              <a:gd name="connsiteY40" fmla="*/ 1556116 h 722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6395847" h="7221666">
                <a:moveTo>
                  <a:pt x="6096001" y="7221665"/>
                </a:moveTo>
                <a:lnTo>
                  <a:pt x="6096001" y="7221666"/>
                </a:lnTo>
                <a:lnTo>
                  <a:pt x="3314700" y="7221666"/>
                </a:lnTo>
                <a:lnTo>
                  <a:pt x="2781301" y="7221666"/>
                </a:lnTo>
                <a:lnTo>
                  <a:pt x="0" y="7221666"/>
                </a:lnTo>
                <a:lnTo>
                  <a:pt x="0" y="3447952"/>
                </a:lnTo>
                <a:lnTo>
                  <a:pt x="1" y="3447952"/>
                </a:lnTo>
                <a:lnTo>
                  <a:pt x="1" y="3019060"/>
                </a:lnTo>
                <a:cubicBezTo>
                  <a:pt x="1" y="2755733"/>
                  <a:pt x="106735" y="2517335"/>
                  <a:pt x="279301" y="2344769"/>
                </a:cubicBezTo>
                <a:lnTo>
                  <a:pt x="405446" y="2240690"/>
                </a:lnTo>
                <a:lnTo>
                  <a:pt x="404464" y="2239038"/>
                </a:lnTo>
                <a:lnTo>
                  <a:pt x="415115" y="2232712"/>
                </a:lnTo>
                <a:lnTo>
                  <a:pt x="420431" y="2228326"/>
                </a:lnTo>
                <a:lnTo>
                  <a:pt x="444464" y="2215281"/>
                </a:lnTo>
                <a:lnTo>
                  <a:pt x="3989796" y="109665"/>
                </a:lnTo>
                <a:lnTo>
                  <a:pt x="3993587" y="116048"/>
                </a:lnTo>
                <a:lnTo>
                  <a:pt x="4025229" y="96652"/>
                </a:lnTo>
                <a:cubicBezTo>
                  <a:pt x="4300466" y="-37338"/>
                  <a:pt x="4635179" y="-36664"/>
                  <a:pt x="4920239" y="127915"/>
                </a:cubicBezTo>
                <a:lnTo>
                  <a:pt x="5919213" y="704673"/>
                </a:lnTo>
                <a:cubicBezTo>
                  <a:pt x="5958409" y="727303"/>
                  <a:pt x="5995390" y="752295"/>
                  <a:pt x="6030081" y="779366"/>
                </a:cubicBezTo>
                <a:lnTo>
                  <a:pt x="6096000" y="838524"/>
                </a:lnTo>
                <a:lnTo>
                  <a:pt x="6096000" y="7221665"/>
                </a:lnTo>
                <a:close/>
                <a:moveTo>
                  <a:pt x="6221624" y="982469"/>
                </a:moveTo>
                <a:lnTo>
                  <a:pt x="6201936" y="954781"/>
                </a:lnTo>
                <a:lnTo>
                  <a:pt x="6210136" y="964466"/>
                </a:lnTo>
                <a:close/>
                <a:moveTo>
                  <a:pt x="6283768" y="1082992"/>
                </a:moveTo>
                <a:lnTo>
                  <a:pt x="6267120" y="1053774"/>
                </a:lnTo>
                <a:lnTo>
                  <a:pt x="6278411" y="1071469"/>
                </a:lnTo>
                <a:close/>
                <a:moveTo>
                  <a:pt x="6372765" y="1326510"/>
                </a:moveTo>
                <a:lnTo>
                  <a:pt x="6365409" y="1293851"/>
                </a:lnTo>
                <a:lnTo>
                  <a:pt x="6369173" y="1305870"/>
                </a:lnTo>
                <a:close/>
                <a:moveTo>
                  <a:pt x="6391257" y="1442433"/>
                </a:moveTo>
                <a:lnTo>
                  <a:pt x="6387139" y="1409114"/>
                </a:lnTo>
                <a:lnTo>
                  <a:pt x="6390749" y="1429863"/>
                </a:lnTo>
                <a:close/>
                <a:moveTo>
                  <a:pt x="6395847" y="1556116"/>
                </a:moveTo>
                <a:cubicBezTo>
                  <a:pt x="6391855" y="1709831"/>
                  <a:pt x="6350542" y="1864774"/>
                  <a:pt x="6268252" y="2007304"/>
                </a:cubicBezTo>
                <a:lnTo>
                  <a:pt x="6096001" y="2305652"/>
                </a:lnTo>
                <a:lnTo>
                  <a:pt x="6096001" y="2305651"/>
                </a:lnTo>
                <a:lnTo>
                  <a:pt x="6268252" y="2007303"/>
                </a:lnTo>
                <a:cubicBezTo>
                  <a:pt x="6329969" y="1900406"/>
                  <a:pt x="6368637" y="1786526"/>
                  <a:pt x="6385798" y="1671419"/>
                </a:cubicBezTo>
                <a:lnTo>
                  <a:pt x="6395847" y="1556116"/>
                </a:lnTo>
                <a:close/>
              </a:path>
            </a:pathLst>
          </a:custGeom>
          <a:gradFill>
            <a:gsLst>
              <a:gs pos="0">
                <a:srgbClr val="0165C5"/>
              </a:gs>
              <a:gs pos="100000">
                <a:srgbClr val="0165C5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阿里巴巴普惠体" panose="00020600040101010101" pitchFamily="18" charset="-122"/>
              <a:ea typeface="微软雅黑" panose="020B0503020204020204" pitchFamily="34" charset="-122"/>
              <a:sym typeface="Segoe UI" panose="020B0502040204020203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670572" y="1555775"/>
            <a:ext cx="101273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>
              <a:lnSpc>
                <a:spcPct val="100000"/>
              </a:lnSpc>
              <a:defRPr lang="zh-CN" altLang="en-US" sz="2400" b="1" kern="1200" dirty="0">
                <a:solidFill>
                  <a:srgbClr val="0463C4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/>
            <a:r>
              <a:rPr lang="zh-CN" altLang="en-US" dirty="0"/>
              <a:t>单击此处编辑母版标题样式 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1915" y="375709"/>
            <a:ext cx="2251713" cy="383211"/>
          </a:xfrm>
          <a:prstGeom prst="rect">
            <a:avLst/>
          </a:prstGeom>
        </p:spPr>
      </p:pic>
      <p:sp>
        <p:nvSpPr>
          <p:cNvPr id="14" name="内容占位符 13"/>
          <p:cNvSpPr>
            <a:spLocks noGrp="1"/>
          </p:cNvSpPr>
          <p:nvPr>
            <p:ph sz="quarter" idx="11"/>
          </p:nvPr>
        </p:nvSpPr>
        <p:spPr>
          <a:xfrm>
            <a:off x="524202" y="2368647"/>
            <a:ext cx="11299202" cy="3540427"/>
          </a:xfrm>
          <a:prstGeom prst="rect">
            <a:avLst/>
          </a:prstGeom>
        </p:spPr>
        <p:txBody>
          <a:bodyPr/>
          <a:lstStyle>
            <a:lvl1pPr eaLnBrk="1" fontAlgn="auto" latinLnBrk="0" hangingPunct="1">
              <a:lnSpc>
                <a:spcPct val="150000"/>
              </a:lnSpc>
              <a:defRPr sz="2000"/>
            </a:lvl1pPr>
            <a:lvl2pPr eaLnBrk="1" fontAlgn="auto" latinLnBrk="0" hangingPunct="1">
              <a:lnSpc>
                <a:spcPct val="150000"/>
              </a:lnSpc>
              <a:defRPr sz="2000"/>
            </a:lvl2pPr>
            <a:lvl3pPr eaLnBrk="1" fontAlgn="auto" latinLnBrk="0" hangingPunct="1">
              <a:lnSpc>
                <a:spcPct val="150000"/>
              </a:lnSpc>
              <a:defRPr sz="2000"/>
            </a:lvl3pPr>
            <a:lvl4pPr eaLnBrk="1" fontAlgn="auto" latinLnBrk="0" hangingPunct="1">
              <a:lnSpc>
                <a:spcPct val="150000"/>
              </a:lnSpc>
              <a:defRPr sz="2000"/>
            </a:lvl4pPr>
            <a:lvl5pPr eaLnBrk="1" fontAlgn="auto" latinLnBrk="0" hangingPunct="1">
              <a:lnSpc>
                <a:spcPct val="150000"/>
              </a:lnSpc>
              <a:defRPr sz="20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grpSp>
        <p:nvGrpSpPr>
          <p:cNvPr id="6" name="组合 5"/>
          <p:cNvGrpSpPr/>
          <p:nvPr/>
        </p:nvGrpSpPr>
        <p:grpSpPr>
          <a:xfrm>
            <a:off x="801093" y="1443871"/>
            <a:ext cx="714694" cy="714694"/>
            <a:chOff x="8289913" y="2508666"/>
            <a:chExt cx="714694" cy="714694"/>
          </a:xfrm>
        </p:grpSpPr>
        <p:sp>
          <p:nvSpPr>
            <p:cNvPr id="7" name="椭圆 6"/>
            <p:cNvSpPr/>
            <p:nvPr/>
          </p:nvSpPr>
          <p:spPr>
            <a:xfrm>
              <a:off x="8289913" y="2508666"/>
              <a:ext cx="714694" cy="714694"/>
            </a:xfrm>
            <a:prstGeom prst="ellipse">
              <a:avLst/>
            </a:prstGeom>
            <a:solidFill>
              <a:srgbClr val="0463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5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endParaRPr>
            </a:p>
          </p:txBody>
        </p:sp>
        <p:sp>
          <p:nvSpPr>
            <p:cNvPr id="8" name="arrow-pointing-left-circular-button_20407"/>
            <p:cNvSpPr>
              <a:spLocks noChangeAspect="1"/>
            </p:cNvSpPr>
            <p:nvPr/>
          </p:nvSpPr>
          <p:spPr bwMode="auto">
            <a:xfrm>
              <a:off x="8444698" y="2663709"/>
              <a:ext cx="405123" cy="404607"/>
            </a:xfrm>
            <a:custGeom>
              <a:avLst/>
              <a:gdLst>
                <a:gd name="T0" fmla="*/ 2307 w 4612"/>
                <a:gd name="T1" fmla="*/ 4614 h 4614"/>
                <a:gd name="T2" fmla="*/ 0 w 4612"/>
                <a:gd name="T3" fmla="*/ 2307 h 4614"/>
                <a:gd name="T4" fmla="*/ 2307 w 4612"/>
                <a:gd name="T5" fmla="*/ 0 h 4614"/>
                <a:gd name="T6" fmla="*/ 4612 w 4612"/>
                <a:gd name="T7" fmla="*/ 2227 h 4614"/>
                <a:gd name="T8" fmla="*/ 2031 w 4612"/>
                <a:gd name="T9" fmla="*/ 2222 h 4614"/>
                <a:gd name="T10" fmla="*/ 2479 w 4612"/>
                <a:gd name="T11" fmla="*/ 1775 h 4614"/>
                <a:gd name="T12" fmla="*/ 2367 w 4612"/>
                <a:gd name="T13" fmla="*/ 1662 h 4614"/>
                <a:gd name="T14" fmla="*/ 1727 w 4612"/>
                <a:gd name="T15" fmla="*/ 2302 h 4614"/>
                <a:gd name="T16" fmla="*/ 2378 w 4612"/>
                <a:gd name="T17" fmla="*/ 2952 h 4614"/>
                <a:gd name="T18" fmla="*/ 2490 w 4612"/>
                <a:gd name="T19" fmla="*/ 2840 h 4614"/>
                <a:gd name="T20" fmla="*/ 2032 w 4612"/>
                <a:gd name="T21" fmla="*/ 2381 h 4614"/>
                <a:gd name="T22" fmla="*/ 4612 w 4612"/>
                <a:gd name="T23" fmla="*/ 2387 h 4614"/>
                <a:gd name="T24" fmla="*/ 2307 w 4612"/>
                <a:gd name="T25" fmla="*/ 4614 h 4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612" h="4614">
                  <a:moveTo>
                    <a:pt x="2307" y="4614"/>
                  </a:moveTo>
                  <a:cubicBezTo>
                    <a:pt x="1035" y="4614"/>
                    <a:pt x="0" y="3579"/>
                    <a:pt x="0" y="2307"/>
                  </a:cubicBezTo>
                  <a:cubicBezTo>
                    <a:pt x="0" y="1035"/>
                    <a:pt x="1035" y="0"/>
                    <a:pt x="2307" y="0"/>
                  </a:cubicBezTo>
                  <a:cubicBezTo>
                    <a:pt x="3553" y="0"/>
                    <a:pt x="4570" y="992"/>
                    <a:pt x="4612" y="2227"/>
                  </a:cubicBezTo>
                  <a:lnTo>
                    <a:pt x="2031" y="2222"/>
                  </a:lnTo>
                  <a:lnTo>
                    <a:pt x="2479" y="1775"/>
                  </a:lnTo>
                  <a:lnTo>
                    <a:pt x="2367" y="1662"/>
                  </a:lnTo>
                  <a:lnTo>
                    <a:pt x="1727" y="2302"/>
                  </a:lnTo>
                  <a:lnTo>
                    <a:pt x="2378" y="2952"/>
                  </a:lnTo>
                  <a:lnTo>
                    <a:pt x="2490" y="2840"/>
                  </a:lnTo>
                  <a:lnTo>
                    <a:pt x="2032" y="2381"/>
                  </a:lnTo>
                  <a:lnTo>
                    <a:pt x="4612" y="2387"/>
                  </a:lnTo>
                  <a:cubicBezTo>
                    <a:pt x="4570" y="3622"/>
                    <a:pt x="3553" y="4614"/>
                    <a:pt x="2307" y="461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endParaRPr>
            </a:p>
          </p:txBody>
        </p:sp>
      </p:grpSp>
      <p:sp>
        <p:nvSpPr>
          <p:cNvPr id="9" name="标题 1"/>
          <p:cNvSpPr>
            <a:spLocks noGrp="1"/>
          </p:cNvSpPr>
          <p:nvPr/>
        </p:nvSpPr>
        <p:spPr>
          <a:xfrm>
            <a:off x="290830" y="384278"/>
            <a:ext cx="11506835" cy="48430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l">
              <a:lnSpc>
                <a:spcPct val="100000"/>
              </a:lnSpc>
              <a:defRPr lang="zh-CN" altLang="en-US" sz="2400" b="1" kern="1200" dirty="0">
                <a:solidFill>
                  <a:srgbClr val="0463C4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sz="2800" dirty="0">
                <a:solidFill>
                  <a:schemeClr val="bg1"/>
                </a:solidFill>
              </a:rPr>
              <a:t>  1</a:t>
            </a:r>
            <a:r>
              <a:rPr lang="en-US" altLang="zh-CN" sz="2800" dirty="0">
                <a:solidFill>
                  <a:schemeClr val="bg1">
                    <a:alpha val="80000"/>
                  </a:schemeClr>
                </a:solidFill>
              </a:rPr>
              <a:t>1</a:t>
            </a:r>
            <a:r>
              <a:rPr lang="en-US" altLang="zh-CN" sz="2800" dirty="0">
                <a:solidFill>
                  <a:srgbClr val="0091D9"/>
                </a:solidFill>
              </a:rPr>
              <a:t>         </a:t>
            </a:r>
            <a:r>
              <a:rPr lang="zh-CN" altLang="en-US" sz="2800" dirty="0">
                <a:solidFill>
                  <a:srgbClr val="0091D9"/>
                </a:solidFill>
              </a:rPr>
              <a:t>会议纪要</a:t>
            </a:r>
          </a:p>
        </p:txBody>
      </p:sp>
    </p:spTree>
    <p:extLst>
      <p:ext uri="{BB962C8B-B14F-4D97-AF65-F5344CB8AC3E}">
        <p14:creationId xmlns:p14="http://schemas.microsoft.com/office/powerpoint/2010/main" val="1517771645"/>
      </p:ext>
    </p:extLst>
  </p:cSld>
  <p:clrMapOvr>
    <a:masterClrMapping/>
  </p:clrMapOvr>
  <p:transition spd="slow" advTm="0">
    <p:wipe dir="r"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159657"/>
            <a:ext cx="12192000" cy="798286"/>
          </a:xfrm>
          <a:prstGeom prst="rect">
            <a:avLst/>
          </a:prstGeom>
          <a:solidFill>
            <a:srgbClr val="D6E8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任意多边形: 形状 3"/>
          <p:cNvSpPr/>
          <p:nvPr/>
        </p:nvSpPr>
        <p:spPr>
          <a:xfrm rot="5400000" flipH="1">
            <a:off x="130629" y="-188683"/>
            <a:ext cx="1219197" cy="1480455"/>
          </a:xfrm>
          <a:custGeom>
            <a:avLst/>
            <a:gdLst>
              <a:gd name="connsiteX0" fmla="*/ 6096001 w 6395847"/>
              <a:gd name="connsiteY0" fmla="*/ 7221665 h 7221666"/>
              <a:gd name="connsiteX1" fmla="*/ 6096001 w 6395847"/>
              <a:gd name="connsiteY1" fmla="*/ 7221666 h 7221666"/>
              <a:gd name="connsiteX2" fmla="*/ 3314700 w 6395847"/>
              <a:gd name="connsiteY2" fmla="*/ 7221666 h 7221666"/>
              <a:gd name="connsiteX3" fmla="*/ 2781301 w 6395847"/>
              <a:gd name="connsiteY3" fmla="*/ 7221666 h 7221666"/>
              <a:gd name="connsiteX4" fmla="*/ 0 w 6395847"/>
              <a:gd name="connsiteY4" fmla="*/ 7221666 h 7221666"/>
              <a:gd name="connsiteX5" fmla="*/ 0 w 6395847"/>
              <a:gd name="connsiteY5" fmla="*/ 3447952 h 7221666"/>
              <a:gd name="connsiteX6" fmla="*/ 1 w 6395847"/>
              <a:gd name="connsiteY6" fmla="*/ 3447952 h 7221666"/>
              <a:gd name="connsiteX7" fmla="*/ 1 w 6395847"/>
              <a:gd name="connsiteY7" fmla="*/ 3019060 h 7221666"/>
              <a:gd name="connsiteX8" fmla="*/ 279301 w 6395847"/>
              <a:gd name="connsiteY8" fmla="*/ 2344769 h 7221666"/>
              <a:gd name="connsiteX9" fmla="*/ 405446 w 6395847"/>
              <a:gd name="connsiteY9" fmla="*/ 2240690 h 7221666"/>
              <a:gd name="connsiteX10" fmla="*/ 404464 w 6395847"/>
              <a:gd name="connsiteY10" fmla="*/ 2239038 h 7221666"/>
              <a:gd name="connsiteX11" fmla="*/ 415115 w 6395847"/>
              <a:gd name="connsiteY11" fmla="*/ 2232712 h 7221666"/>
              <a:gd name="connsiteX12" fmla="*/ 420431 w 6395847"/>
              <a:gd name="connsiteY12" fmla="*/ 2228326 h 7221666"/>
              <a:gd name="connsiteX13" fmla="*/ 444464 w 6395847"/>
              <a:gd name="connsiteY13" fmla="*/ 2215281 h 7221666"/>
              <a:gd name="connsiteX14" fmla="*/ 3989796 w 6395847"/>
              <a:gd name="connsiteY14" fmla="*/ 109665 h 7221666"/>
              <a:gd name="connsiteX15" fmla="*/ 3993587 w 6395847"/>
              <a:gd name="connsiteY15" fmla="*/ 116048 h 7221666"/>
              <a:gd name="connsiteX16" fmla="*/ 4025229 w 6395847"/>
              <a:gd name="connsiteY16" fmla="*/ 96652 h 7221666"/>
              <a:gd name="connsiteX17" fmla="*/ 4920239 w 6395847"/>
              <a:gd name="connsiteY17" fmla="*/ 127915 h 7221666"/>
              <a:gd name="connsiteX18" fmla="*/ 5919213 w 6395847"/>
              <a:gd name="connsiteY18" fmla="*/ 704673 h 7221666"/>
              <a:gd name="connsiteX19" fmla="*/ 6030081 w 6395847"/>
              <a:gd name="connsiteY19" fmla="*/ 779366 h 7221666"/>
              <a:gd name="connsiteX20" fmla="*/ 6096000 w 6395847"/>
              <a:gd name="connsiteY20" fmla="*/ 838524 h 7221666"/>
              <a:gd name="connsiteX21" fmla="*/ 6096000 w 6395847"/>
              <a:gd name="connsiteY21" fmla="*/ 7221665 h 7221666"/>
              <a:gd name="connsiteX22" fmla="*/ 6221624 w 6395847"/>
              <a:gd name="connsiteY22" fmla="*/ 982469 h 7221666"/>
              <a:gd name="connsiteX23" fmla="*/ 6201936 w 6395847"/>
              <a:gd name="connsiteY23" fmla="*/ 954781 h 7221666"/>
              <a:gd name="connsiteX24" fmla="*/ 6210136 w 6395847"/>
              <a:gd name="connsiteY24" fmla="*/ 964466 h 7221666"/>
              <a:gd name="connsiteX25" fmla="*/ 6283768 w 6395847"/>
              <a:gd name="connsiteY25" fmla="*/ 1082992 h 7221666"/>
              <a:gd name="connsiteX26" fmla="*/ 6267120 w 6395847"/>
              <a:gd name="connsiteY26" fmla="*/ 1053774 h 7221666"/>
              <a:gd name="connsiteX27" fmla="*/ 6278411 w 6395847"/>
              <a:gd name="connsiteY27" fmla="*/ 1071469 h 7221666"/>
              <a:gd name="connsiteX28" fmla="*/ 6372765 w 6395847"/>
              <a:gd name="connsiteY28" fmla="*/ 1326510 h 7221666"/>
              <a:gd name="connsiteX29" fmla="*/ 6365409 w 6395847"/>
              <a:gd name="connsiteY29" fmla="*/ 1293851 h 7221666"/>
              <a:gd name="connsiteX30" fmla="*/ 6369173 w 6395847"/>
              <a:gd name="connsiteY30" fmla="*/ 1305870 h 7221666"/>
              <a:gd name="connsiteX31" fmla="*/ 6391257 w 6395847"/>
              <a:gd name="connsiteY31" fmla="*/ 1442433 h 7221666"/>
              <a:gd name="connsiteX32" fmla="*/ 6387139 w 6395847"/>
              <a:gd name="connsiteY32" fmla="*/ 1409114 h 7221666"/>
              <a:gd name="connsiteX33" fmla="*/ 6390749 w 6395847"/>
              <a:gd name="connsiteY33" fmla="*/ 1429863 h 7221666"/>
              <a:gd name="connsiteX34" fmla="*/ 6395847 w 6395847"/>
              <a:gd name="connsiteY34" fmla="*/ 1556116 h 7221666"/>
              <a:gd name="connsiteX35" fmla="*/ 6268252 w 6395847"/>
              <a:gd name="connsiteY35" fmla="*/ 2007304 h 7221666"/>
              <a:gd name="connsiteX36" fmla="*/ 6096001 w 6395847"/>
              <a:gd name="connsiteY36" fmla="*/ 2305652 h 7221666"/>
              <a:gd name="connsiteX37" fmla="*/ 6096001 w 6395847"/>
              <a:gd name="connsiteY37" fmla="*/ 2305651 h 7221666"/>
              <a:gd name="connsiteX38" fmla="*/ 6268252 w 6395847"/>
              <a:gd name="connsiteY38" fmla="*/ 2007303 h 7221666"/>
              <a:gd name="connsiteX39" fmla="*/ 6385798 w 6395847"/>
              <a:gd name="connsiteY39" fmla="*/ 1671419 h 7221666"/>
              <a:gd name="connsiteX40" fmla="*/ 6395847 w 6395847"/>
              <a:gd name="connsiteY40" fmla="*/ 1556116 h 722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6395847" h="7221666">
                <a:moveTo>
                  <a:pt x="6096001" y="7221665"/>
                </a:moveTo>
                <a:lnTo>
                  <a:pt x="6096001" y="7221666"/>
                </a:lnTo>
                <a:lnTo>
                  <a:pt x="3314700" y="7221666"/>
                </a:lnTo>
                <a:lnTo>
                  <a:pt x="2781301" y="7221666"/>
                </a:lnTo>
                <a:lnTo>
                  <a:pt x="0" y="7221666"/>
                </a:lnTo>
                <a:lnTo>
                  <a:pt x="0" y="3447952"/>
                </a:lnTo>
                <a:lnTo>
                  <a:pt x="1" y="3447952"/>
                </a:lnTo>
                <a:lnTo>
                  <a:pt x="1" y="3019060"/>
                </a:lnTo>
                <a:cubicBezTo>
                  <a:pt x="1" y="2755733"/>
                  <a:pt x="106735" y="2517335"/>
                  <a:pt x="279301" y="2344769"/>
                </a:cubicBezTo>
                <a:lnTo>
                  <a:pt x="405446" y="2240690"/>
                </a:lnTo>
                <a:lnTo>
                  <a:pt x="404464" y="2239038"/>
                </a:lnTo>
                <a:lnTo>
                  <a:pt x="415115" y="2232712"/>
                </a:lnTo>
                <a:lnTo>
                  <a:pt x="420431" y="2228326"/>
                </a:lnTo>
                <a:lnTo>
                  <a:pt x="444464" y="2215281"/>
                </a:lnTo>
                <a:lnTo>
                  <a:pt x="3989796" y="109665"/>
                </a:lnTo>
                <a:lnTo>
                  <a:pt x="3993587" y="116048"/>
                </a:lnTo>
                <a:lnTo>
                  <a:pt x="4025229" y="96652"/>
                </a:lnTo>
                <a:cubicBezTo>
                  <a:pt x="4300466" y="-37338"/>
                  <a:pt x="4635179" y="-36664"/>
                  <a:pt x="4920239" y="127915"/>
                </a:cubicBezTo>
                <a:lnTo>
                  <a:pt x="5919213" y="704673"/>
                </a:lnTo>
                <a:cubicBezTo>
                  <a:pt x="5958409" y="727303"/>
                  <a:pt x="5995390" y="752295"/>
                  <a:pt x="6030081" y="779366"/>
                </a:cubicBezTo>
                <a:lnTo>
                  <a:pt x="6096000" y="838524"/>
                </a:lnTo>
                <a:lnTo>
                  <a:pt x="6096000" y="7221665"/>
                </a:lnTo>
                <a:close/>
                <a:moveTo>
                  <a:pt x="6221624" y="982469"/>
                </a:moveTo>
                <a:lnTo>
                  <a:pt x="6201936" y="954781"/>
                </a:lnTo>
                <a:lnTo>
                  <a:pt x="6210136" y="964466"/>
                </a:lnTo>
                <a:close/>
                <a:moveTo>
                  <a:pt x="6283768" y="1082992"/>
                </a:moveTo>
                <a:lnTo>
                  <a:pt x="6267120" y="1053774"/>
                </a:lnTo>
                <a:lnTo>
                  <a:pt x="6278411" y="1071469"/>
                </a:lnTo>
                <a:close/>
                <a:moveTo>
                  <a:pt x="6372765" y="1326510"/>
                </a:moveTo>
                <a:lnTo>
                  <a:pt x="6365409" y="1293851"/>
                </a:lnTo>
                <a:lnTo>
                  <a:pt x="6369173" y="1305870"/>
                </a:lnTo>
                <a:close/>
                <a:moveTo>
                  <a:pt x="6391257" y="1442433"/>
                </a:moveTo>
                <a:lnTo>
                  <a:pt x="6387139" y="1409114"/>
                </a:lnTo>
                <a:lnTo>
                  <a:pt x="6390749" y="1429863"/>
                </a:lnTo>
                <a:close/>
                <a:moveTo>
                  <a:pt x="6395847" y="1556116"/>
                </a:moveTo>
                <a:cubicBezTo>
                  <a:pt x="6391855" y="1709831"/>
                  <a:pt x="6350542" y="1864774"/>
                  <a:pt x="6268252" y="2007304"/>
                </a:cubicBezTo>
                <a:lnTo>
                  <a:pt x="6096001" y="2305652"/>
                </a:lnTo>
                <a:lnTo>
                  <a:pt x="6096001" y="2305651"/>
                </a:lnTo>
                <a:lnTo>
                  <a:pt x="6268252" y="2007303"/>
                </a:lnTo>
                <a:cubicBezTo>
                  <a:pt x="6329969" y="1900406"/>
                  <a:pt x="6368637" y="1786526"/>
                  <a:pt x="6385798" y="1671419"/>
                </a:cubicBezTo>
                <a:lnTo>
                  <a:pt x="6395847" y="1556116"/>
                </a:lnTo>
                <a:close/>
              </a:path>
            </a:pathLst>
          </a:custGeom>
          <a:gradFill>
            <a:gsLst>
              <a:gs pos="0">
                <a:srgbClr val="0165C5"/>
              </a:gs>
              <a:gs pos="100000">
                <a:srgbClr val="0165C5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阿里巴巴普惠体" panose="00020600040101010101" pitchFamily="18" charset="-122"/>
              <a:ea typeface="微软雅黑" panose="020B0503020204020204" pitchFamily="34" charset="-122"/>
              <a:sym typeface="Segoe UI" panose="020B0502040204020203" pitchFamily="3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1915" y="375709"/>
            <a:ext cx="2251713" cy="383211"/>
          </a:xfrm>
          <a:prstGeom prst="rect">
            <a:avLst/>
          </a:prstGeom>
        </p:spPr>
      </p:pic>
      <p:grpSp>
        <p:nvGrpSpPr>
          <p:cNvPr id="7" name="组合 6"/>
          <p:cNvGrpSpPr/>
          <p:nvPr/>
        </p:nvGrpSpPr>
        <p:grpSpPr>
          <a:xfrm>
            <a:off x="801093" y="1443871"/>
            <a:ext cx="714694" cy="714694"/>
            <a:chOff x="8289913" y="2508666"/>
            <a:chExt cx="714694" cy="714694"/>
          </a:xfrm>
        </p:grpSpPr>
        <p:sp>
          <p:nvSpPr>
            <p:cNvPr id="8" name="椭圆 7"/>
            <p:cNvSpPr/>
            <p:nvPr/>
          </p:nvSpPr>
          <p:spPr>
            <a:xfrm>
              <a:off x="8289913" y="2508666"/>
              <a:ext cx="714694" cy="714694"/>
            </a:xfrm>
            <a:prstGeom prst="ellipse">
              <a:avLst/>
            </a:prstGeom>
            <a:solidFill>
              <a:srgbClr val="0463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5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endParaRPr>
            </a:p>
          </p:txBody>
        </p:sp>
        <p:sp>
          <p:nvSpPr>
            <p:cNvPr id="10" name="arrow-pointing-left-circular-button_20407"/>
            <p:cNvSpPr>
              <a:spLocks noChangeAspect="1"/>
            </p:cNvSpPr>
            <p:nvPr/>
          </p:nvSpPr>
          <p:spPr bwMode="auto">
            <a:xfrm>
              <a:off x="8444698" y="2663709"/>
              <a:ext cx="405123" cy="404607"/>
            </a:xfrm>
            <a:custGeom>
              <a:avLst/>
              <a:gdLst>
                <a:gd name="T0" fmla="*/ 2307 w 4612"/>
                <a:gd name="T1" fmla="*/ 4614 h 4614"/>
                <a:gd name="T2" fmla="*/ 0 w 4612"/>
                <a:gd name="T3" fmla="*/ 2307 h 4614"/>
                <a:gd name="T4" fmla="*/ 2307 w 4612"/>
                <a:gd name="T5" fmla="*/ 0 h 4614"/>
                <a:gd name="T6" fmla="*/ 4612 w 4612"/>
                <a:gd name="T7" fmla="*/ 2227 h 4614"/>
                <a:gd name="T8" fmla="*/ 2031 w 4612"/>
                <a:gd name="T9" fmla="*/ 2222 h 4614"/>
                <a:gd name="T10" fmla="*/ 2479 w 4612"/>
                <a:gd name="T11" fmla="*/ 1775 h 4614"/>
                <a:gd name="T12" fmla="*/ 2367 w 4612"/>
                <a:gd name="T13" fmla="*/ 1662 h 4614"/>
                <a:gd name="T14" fmla="*/ 1727 w 4612"/>
                <a:gd name="T15" fmla="*/ 2302 h 4614"/>
                <a:gd name="T16" fmla="*/ 2378 w 4612"/>
                <a:gd name="T17" fmla="*/ 2952 h 4614"/>
                <a:gd name="T18" fmla="*/ 2490 w 4612"/>
                <a:gd name="T19" fmla="*/ 2840 h 4614"/>
                <a:gd name="T20" fmla="*/ 2032 w 4612"/>
                <a:gd name="T21" fmla="*/ 2381 h 4614"/>
                <a:gd name="T22" fmla="*/ 4612 w 4612"/>
                <a:gd name="T23" fmla="*/ 2387 h 4614"/>
                <a:gd name="T24" fmla="*/ 2307 w 4612"/>
                <a:gd name="T25" fmla="*/ 4614 h 4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612" h="4614">
                  <a:moveTo>
                    <a:pt x="2307" y="4614"/>
                  </a:moveTo>
                  <a:cubicBezTo>
                    <a:pt x="1035" y="4614"/>
                    <a:pt x="0" y="3579"/>
                    <a:pt x="0" y="2307"/>
                  </a:cubicBezTo>
                  <a:cubicBezTo>
                    <a:pt x="0" y="1035"/>
                    <a:pt x="1035" y="0"/>
                    <a:pt x="2307" y="0"/>
                  </a:cubicBezTo>
                  <a:cubicBezTo>
                    <a:pt x="3553" y="0"/>
                    <a:pt x="4570" y="992"/>
                    <a:pt x="4612" y="2227"/>
                  </a:cubicBezTo>
                  <a:lnTo>
                    <a:pt x="2031" y="2222"/>
                  </a:lnTo>
                  <a:lnTo>
                    <a:pt x="2479" y="1775"/>
                  </a:lnTo>
                  <a:lnTo>
                    <a:pt x="2367" y="1662"/>
                  </a:lnTo>
                  <a:lnTo>
                    <a:pt x="1727" y="2302"/>
                  </a:lnTo>
                  <a:lnTo>
                    <a:pt x="2378" y="2952"/>
                  </a:lnTo>
                  <a:lnTo>
                    <a:pt x="2490" y="2840"/>
                  </a:lnTo>
                  <a:lnTo>
                    <a:pt x="2032" y="2381"/>
                  </a:lnTo>
                  <a:lnTo>
                    <a:pt x="4612" y="2387"/>
                  </a:lnTo>
                  <a:cubicBezTo>
                    <a:pt x="4570" y="3622"/>
                    <a:pt x="3553" y="4614"/>
                    <a:pt x="2307" y="461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endParaRPr>
            </a:p>
          </p:txBody>
        </p:sp>
      </p:grpSp>
      <p:sp>
        <p:nvSpPr>
          <p:cNvPr id="11" name="矩形 3"/>
          <p:cNvSpPr/>
          <p:nvPr/>
        </p:nvSpPr>
        <p:spPr>
          <a:xfrm>
            <a:off x="747487" y="2313608"/>
            <a:ext cx="10697028" cy="407729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endParaRPr lang="ru-RU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阿里巴巴普惠体" panose="00020600040101010101" pitchFamily="18" charset="-122"/>
            </a:endParaRPr>
          </a:p>
        </p:txBody>
      </p:sp>
      <p:sp>
        <p:nvSpPr>
          <p:cNvPr id="15" name="标题 1"/>
          <p:cNvSpPr>
            <a:spLocks noGrp="1"/>
          </p:cNvSpPr>
          <p:nvPr>
            <p:ph type="title" hasCustomPrompt="1"/>
          </p:nvPr>
        </p:nvSpPr>
        <p:spPr>
          <a:xfrm>
            <a:off x="1670572" y="1555775"/>
            <a:ext cx="101273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>
              <a:lnSpc>
                <a:spcPct val="100000"/>
              </a:lnSpc>
              <a:defRPr lang="zh-CN" altLang="en-US" sz="2400" b="1" kern="1200" dirty="0">
                <a:solidFill>
                  <a:srgbClr val="0463C4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/>
            <a:r>
              <a:rPr lang="zh-CN" altLang="en-US" dirty="0"/>
              <a:t>单击此处编辑母版标题样式 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057B88A-48E7-5510-D21C-302607EC0201}"/>
              </a:ext>
            </a:extLst>
          </p:cNvPr>
          <p:cNvSpPr>
            <a:spLocks noGrp="1"/>
          </p:cNvSpPr>
          <p:nvPr/>
        </p:nvSpPr>
        <p:spPr>
          <a:xfrm>
            <a:off x="290830" y="384278"/>
            <a:ext cx="11506835" cy="48430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l">
              <a:lnSpc>
                <a:spcPct val="100000"/>
              </a:lnSpc>
              <a:defRPr lang="zh-CN" altLang="en-US" sz="2400" b="1" kern="1200" dirty="0">
                <a:solidFill>
                  <a:srgbClr val="0463C4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sz="2800" dirty="0">
                <a:solidFill>
                  <a:schemeClr val="bg1"/>
                </a:solidFill>
              </a:rPr>
              <a:t>  1</a:t>
            </a:r>
            <a:r>
              <a:rPr lang="en-US" altLang="zh-CN" sz="2800" dirty="0">
                <a:solidFill>
                  <a:schemeClr val="bg1">
                    <a:alpha val="80000"/>
                  </a:schemeClr>
                </a:solidFill>
              </a:rPr>
              <a:t>1</a:t>
            </a:r>
            <a:r>
              <a:rPr lang="en-US" altLang="zh-CN" sz="2800" dirty="0">
                <a:solidFill>
                  <a:srgbClr val="0091D9"/>
                </a:solidFill>
              </a:rPr>
              <a:t>         </a:t>
            </a:r>
            <a:r>
              <a:rPr lang="zh-CN" altLang="en-US" sz="2800" b="1" kern="1200" dirty="0">
                <a:solidFill>
                  <a:srgbClr val="0091D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rPr>
              <a:t>财务管理的环境</a:t>
            </a:r>
            <a:endParaRPr lang="zh-CN" altLang="en-US" sz="2800" dirty="0">
              <a:solidFill>
                <a:srgbClr val="0091D9"/>
              </a:solidFill>
            </a:endParaRPr>
          </a:p>
        </p:txBody>
      </p:sp>
      <p:sp>
        <p:nvSpPr>
          <p:cNvPr id="9" name="内容占位符 22">
            <a:extLst>
              <a:ext uri="{FF2B5EF4-FFF2-40B4-BE49-F238E27FC236}">
                <a16:creationId xmlns:a16="http://schemas.microsoft.com/office/drawing/2014/main" id="{4FCB1552-F63F-5BAC-C851-A95C7C1C282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024731" y="2516808"/>
            <a:ext cx="10142537" cy="323051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/>
            </a:lvl1pPr>
            <a:lvl2pPr>
              <a:defRPr sz="2000"/>
            </a:lvl2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35571719"/>
      </p:ext>
    </p:extLst>
  </p:cSld>
  <p:clrMapOvr>
    <a:masterClrMapping/>
  </p:clrMapOvr>
  <p:transition spd="slow" advTm="0">
    <p:wipe dir="r"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159657"/>
            <a:ext cx="12192000" cy="798286"/>
          </a:xfrm>
          <a:prstGeom prst="rect">
            <a:avLst/>
          </a:prstGeom>
          <a:solidFill>
            <a:srgbClr val="D6E8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任意多边形: 形状 3"/>
          <p:cNvSpPr/>
          <p:nvPr/>
        </p:nvSpPr>
        <p:spPr>
          <a:xfrm rot="5400000" flipH="1">
            <a:off x="130629" y="-188683"/>
            <a:ext cx="1219197" cy="1480455"/>
          </a:xfrm>
          <a:custGeom>
            <a:avLst/>
            <a:gdLst>
              <a:gd name="connsiteX0" fmla="*/ 6096001 w 6395847"/>
              <a:gd name="connsiteY0" fmla="*/ 7221665 h 7221666"/>
              <a:gd name="connsiteX1" fmla="*/ 6096001 w 6395847"/>
              <a:gd name="connsiteY1" fmla="*/ 7221666 h 7221666"/>
              <a:gd name="connsiteX2" fmla="*/ 3314700 w 6395847"/>
              <a:gd name="connsiteY2" fmla="*/ 7221666 h 7221666"/>
              <a:gd name="connsiteX3" fmla="*/ 2781301 w 6395847"/>
              <a:gd name="connsiteY3" fmla="*/ 7221666 h 7221666"/>
              <a:gd name="connsiteX4" fmla="*/ 0 w 6395847"/>
              <a:gd name="connsiteY4" fmla="*/ 7221666 h 7221666"/>
              <a:gd name="connsiteX5" fmla="*/ 0 w 6395847"/>
              <a:gd name="connsiteY5" fmla="*/ 3447952 h 7221666"/>
              <a:gd name="connsiteX6" fmla="*/ 1 w 6395847"/>
              <a:gd name="connsiteY6" fmla="*/ 3447952 h 7221666"/>
              <a:gd name="connsiteX7" fmla="*/ 1 w 6395847"/>
              <a:gd name="connsiteY7" fmla="*/ 3019060 h 7221666"/>
              <a:gd name="connsiteX8" fmla="*/ 279301 w 6395847"/>
              <a:gd name="connsiteY8" fmla="*/ 2344769 h 7221666"/>
              <a:gd name="connsiteX9" fmla="*/ 405446 w 6395847"/>
              <a:gd name="connsiteY9" fmla="*/ 2240690 h 7221666"/>
              <a:gd name="connsiteX10" fmla="*/ 404464 w 6395847"/>
              <a:gd name="connsiteY10" fmla="*/ 2239038 h 7221666"/>
              <a:gd name="connsiteX11" fmla="*/ 415115 w 6395847"/>
              <a:gd name="connsiteY11" fmla="*/ 2232712 h 7221666"/>
              <a:gd name="connsiteX12" fmla="*/ 420431 w 6395847"/>
              <a:gd name="connsiteY12" fmla="*/ 2228326 h 7221666"/>
              <a:gd name="connsiteX13" fmla="*/ 444464 w 6395847"/>
              <a:gd name="connsiteY13" fmla="*/ 2215281 h 7221666"/>
              <a:gd name="connsiteX14" fmla="*/ 3989796 w 6395847"/>
              <a:gd name="connsiteY14" fmla="*/ 109665 h 7221666"/>
              <a:gd name="connsiteX15" fmla="*/ 3993587 w 6395847"/>
              <a:gd name="connsiteY15" fmla="*/ 116048 h 7221666"/>
              <a:gd name="connsiteX16" fmla="*/ 4025229 w 6395847"/>
              <a:gd name="connsiteY16" fmla="*/ 96652 h 7221666"/>
              <a:gd name="connsiteX17" fmla="*/ 4920239 w 6395847"/>
              <a:gd name="connsiteY17" fmla="*/ 127915 h 7221666"/>
              <a:gd name="connsiteX18" fmla="*/ 5919213 w 6395847"/>
              <a:gd name="connsiteY18" fmla="*/ 704673 h 7221666"/>
              <a:gd name="connsiteX19" fmla="*/ 6030081 w 6395847"/>
              <a:gd name="connsiteY19" fmla="*/ 779366 h 7221666"/>
              <a:gd name="connsiteX20" fmla="*/ 6096000 w 6395847"/>
              <a:gd name="connsiteY20" fmla="*/ 838524 h 7221666"/>
              <a:gd name="connsiteX21" fmla="*/ 6096000 w 6395847"/>
              <a:gd name="connsiteY21" fmla="*/ 7221665 h 7221666"/>
              <a:gd name="connsiteX22" fmla="*/ 6221624 w 6395847"/>
              <a:gd name="connsiteY22" fmla="*/ 982469 h 7221666"/>
              <a:gd name="connsiteX23" fmla="*/ 6201936 w 6395847"/>
              <a:gd name="connsiteY23" fmla="*/ 954781 h 7221666"/>
              <a:gd name="connsiteX24" fmla="*/ 6210136 w 6395847"/>
              <a:gd name="connsiteY24" fmla="*/ 964466 h 7221666"/>
              <a:gd name="connsiteX25" fmla="*/ 6283768 w 6395847"/>
              <a:gd name="connsiteY25" fmla="*/ 1082992 h 7221666"/>
              <a:gd name="connsiteX26" fmla="*/ 6267120 w 6395847"/>
              <a:gd name="connsiteY26" fmla="*/ 1053774 h 7221666"/>
              <a:gd name="connsiteX27" fmla="*/ 6278411 w 6395847"/>
              <a:gd name="connsiteY27" fmla="*/ 1071469 h 7221666"/>
              <a:gd name="connsiteX28" fmla="*/ 6372765 w 6395847"/>
              <a:gd name="connsiteY28" fmla="*/ 1326510 h 7221666"/>
              <a:gd name="connsiteX29" fmla="*/ 6365409 w 6395847"/>
              <a:gd name="connsiteY29" fmla="*/ 1293851 h 7221666"/>
              <a:gd name="connsiteX30" fmla="*/ 6369173 w 6395847"/>
              <a:gd name="connsiteY30" fmla="*/ 1305870 h 7221666"/>
              <a:gd name="connsiteX31" fmla="*/ 6391257 w 6395847"/>
              <a:gd name="connsiteY31" fmla="*/ 1442433 h 7221666"/>
              <a:gd name="connsiteX32" fmla="*/ 6387139 w 6395847"/>
              <a:gd name="connsiteY32" fmla="*/ 1409114 h 7221666"/>
              <a:gd name="connsiteX33" fmla="*/ 6390749 w 6395847"/>
              <a:gd name="connsiteY33" fmla="*/ 1429863 h 7221666"/>
              <a:gd name="connsiteX34" fmla="*/ 6395847 w 6395847"/>
              <a:gd name="connsiteY34" fmla="*/ 1556116 h 7221666"/>
              <a:gd name="connsiteX35" fmla="*/ 6268252 w 6395847"/>
              <a:gd name="connsiteY35" fmla="*/ 2007304 h 7221666"/>
              <a:gd name="connsiteX36" fmla="*/ 6096001 w 6395847"/>
              <a:gd name="connsiteY36" fmla="*/ 2305652 h 7221666"/>
              <a:gd name="connsiteX37" fmla="*/ 6096001 w 6395847"/>
              <a:gd name="connsiteY37" fmla="*/ 2305651 h 7221666"/>
              <a:gd name="connsiteX38" fmla="*/ 6268252 w 6395847"/>
              <a:gd name="connsiteY38" fmla="*/ 2007303 h 7221666"/>
              <a:gd name="connsiteX39" fmla="*/ 6385798 w 6395847"/>
              <a:gd name="connsiteY39" fmla="*/ 1671419 h 7221666"/>
              <a:gd name="connsiteX40" fmla="*/ 6395847 w 6395847"/>
              <a:gd name="connsiteY40" fmla="*/ 1556116 h 722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6395847" h="7221666">
                <a:moveTo>
                  <a:pt x="6096001" y="7221665"/>
                </a:moveTo>
                <a:lnTo>
                  <a:pt x="6096001" y="7221666"/>
                </a:lnTo>
                <a:lnTo>
                  <a:pt x="3314700" y="7221666"/>
                </a:lnTo>
                <a:lnTo>
                  <a:pt x="2781301" y="7221666"/>
                </a:lnTo>
                <a:lnTo>
                  <a:pt x="0" y="7221666"/>
                </a:lnTo>
                <a:lnTo>
                  <a:pt x="0" y="3447952"/>
                </a:lnTo>
                <a:lnTo>
                  <a:pt x="1" y="3447952"/>
                </a:lnTo>
                <a:lnTo>
                  <a:pt x="1" y="3019060"/>
                </a:lnTo>
                <a:cubicBezTo>
                  <a:pt x="1" y="2755733"/>
                  <a:pt x="106735" y="2517335"/>
                  <a:pt x="279301" y="2344769"/>
                </a:cubicBezTo>
                <a:lnTo>
                  <a:pt x="405446" y="2240690"/>
                </a:lnTo>
                <a:lnTo>
                  <a:pt x="404464" y="2239038"/>
                </a:lnTo>
                <a:lnTo>
                  <a:pt x="415115" y="2232712"/>
                </a:lnTo>
                <a:lnTo>
                  <a:pt x="420431" y="2228326"/>
                </a:lnTo>
                <a:lnTo>
                  <a:pt x="444464" y="2215281"/>
                </a:lnTo>
                <a:lnTo>
                  <a:pt x="3989796" y="109665"/>
                </a:lnTo>
                <a:lnTo>
                  <a:pt x="3993587" y="116048"/>
                </a:lnTo>
                <a:lnTo>
                  <a:pt x="4025229" y="96652"/>
                </a:lnTo>
                <a:cubicBezTo>
                  <a:pt x="4300466" y="-37338"/>
                  <a:pt x="4635179" y="-36664"/>
                  <a:pt x="4920239" y="127915"/>
                </a:cubicBezTo>
                <a:lnTo>
                  <a:pt x="5919213" y="704673"/>
                </a:lnTo>
                <a:cubicBezTo>
                  <a:pt x="5958409" y="727303"/>
                  <a:pt x="5995390" y="752295"/>
                  <a:pt x="6030081" y="779366"/>
                </a:cubicBezTo>
                <a:lnTo>
                  <a:pt x="6096000" y="838524"/>
                </a:lnTo>
                <a:lnTo>
                  <a:pt x="6096000" y="7221665"/>
                </a:lnTo>
                <a:close/>
                <a:moveTo>
                  <a:pt x="6221624" y="982469"/>
                </a:moveTo>
                <a:lnTo>
                  <a:pt x="6201936" y="954781"/>
                </a:lnTo>
                <a:lnTo>
                  <a:pt x="6210136" y="964466"/>
                </a:lnTo>
                <a:close/>
                <a:moveTo>
                  <a:pt x="6283768" y="1082992"/>
                </a:moveTo>
                <a:lnTo>
                  <a:pt x="6267120" y="1053774"/>
                </a:lnTo>
                <a:lnTo>
                  <a:pt x="6278411" y="1071469"/>
                </a:lnTo>
                <a:close/>
                <a:moveTo>
                  <a:pt x="6372765" y="1326510"/>
                </a:moveTo>
                <a:lnTo>
                  <a:pt x="6365409" y="1293851"/>
                </a:lnTo>
                <a:lnTo>
                  <a:pt x="6369173" y="1305870"/>
                </a:lnTo>
                <a:close/>
                <a:moveTo>
                  <a:pt x="6391257" y="1442433"/>
                </a:moveTo>
                <a:lnTo>
                  <a:pt x="6387139" y="1409114"/>
                </a:lnTo>
                <a:lnTo>
                  <a:pt x="6390749" y="1429863"/>
                </a:lnTo>
                <a:close/>
                <a:moveTo>
                  <a:pt x="6395847" y="1556116"/>
                </a:moveTo>
                <a:cubicBezTo>
                  <a:pt x="6391855" y="1709831"/>
                  <a:pt x="6350542" y="1864774"/>
                  <a:pt x="6268252" y="2007304"/>
                </a:cubicBezTo>
                <a:lnTo>
                  <a:pt x="6096001" y="2305652"/>
                </a:lnTo>
                <a:lnTo>
                  <a:pt x="6096001" y="2305651"/>
                </a:lnTo>
                <a:lnTo>
                  <a:pt x="6268252" y="2007303"/>
                </a:lnTo>
                <a:cubicBezTo>
                  <a:pt x="6329969" y="1900406"/>
                  <a:pt x="6368637" y="1786526"/>
                  <a:pt x="6385798" y="1671419"/>
                </a:cubicBezTo>
                <a:lnTo>
                  <a:pt x="6395847" y="1556116"/>
                </a:lnTo>
                <a:close/>
              </a:path>
            </a:pathLst>
          </a:custGeom>
          <a:gradFill>
            <a:gsLst>
              <a:gs pos="0">
                <a:srgbClr val="0165C5"/>
              </a:gs>
              <a:gs pos="100000">
                <a:srgbClr val="0165C5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阿里巴巴普惠体" panose="00020600040101010101" pitchFamily="18" charset="-122"/>
              <a:ea typeface="微软雅黑" panose="020B0503020204020204" pitchFamily="34" charset="-122"/>
              <a:sym typeface="Segoe UI" panose="020B0502040204020203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670572" y="1555775"/>
            <a:ext cx="101273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>
              <a:lnSpc>
                <a:spcPct val="100000"/>
              </a:lnSpc>
              <a:defRPr lang="zh-CN" altLang="en-US" sz="2400" b="1" kern="1200" dirty="0">
                <a:solidFill>
                  <a:srgbClr val="0463C4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/>
            <a:r>
              <a:rPr lang="zh-CN" altLang="en-US" dirty="0"/>
              <a:t>单击此处编辑母版标题样式 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1915" y="375709"/>
            <a:ext cx="2251713" cy="383211"/>
          </a:xfrm>
          <a:prstGeom prst="rect">
            <a:avLst/>
          </a:prstGeom>
        </p:spPr>
      </p:pic>
      <p:sp>
        <p:nvSpPr>
          <p:cNvPr id="14" name="内容占位符 13"/>
          <p:cNvSpPr>
            <a:spLocks noGrp="1"/>
          </p:cNvSpPr>
          <p:nvPr>
            <p:ph sz="quarter" idx="11"/>
          </p:nvPr>
        </p:nvSpPr>
        <p:spPr>
          <a:xfrm>
            <a:off x="524202" y="2368647"/>
            <a:ext cx="11299202" cy="3540427"/>
          </a:xfrm>
          <a:prstGeom prst="rect">
            <a:avLst/>
          </a:prstGeom>
        </p:spPr>
        <p:txBody>
          <a:bodyPr/>
          <a:lstStyle>
            <a:lvl1pPr eaLnBrk="1" fontAlgn="auto" latinLnBrk="0" hangingPunct="1">
              <a:lnSpc>
                <a:spcPct val="150000"/>
              </a:lnSpc>
              <a:defRPr sz="2000"/>
            </a:lvl1pPr>
            <a:lvl2pPr eaLnBrk="1" fontAlgn="auto" latinLnBrk="0" hangingPunct="1">
              <a:lnSpc>
                <a:spcPct val="150000"/>
              </a:lnSpc>
              <a:defRPr sz="2000"/>
            </a:lvl2pPr>
            <a:lvl3pPr eaLnBrk="1" fontAlgn="auto" latinLnBrk="0" hangingPunct="1">
              <a:lnSpc>
                <a:spcPct val="150000"/>
              </a:lnSpc>
              <a:defRPr sz="2000"/>
            </a:lvl3pPr>
            <a:lvl4pPr eaLnBrk="1" fontAlgn="auto" latinLnBrk="0" hangingPunct="1">
              <a:lnSpc>
                <a:spcPct val="150000"/>
              </a:lnSpc>
              <a:defRPr sz="2000"/>
            </a:lvl4pPr>
            <a:lvl5pPr eaLnBrk="1" fontAlgn="auto" latinLnBrk="0" hangingPunct="1">
              <a:lnSpc>
                <a:spcPct val="150000"/>
              </a:lnSpc>
              <a:defRPr sz="20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grpSp>
        <p:nvGrpSpPr>
          <p:cNvPr id="6" name="组合 5"/>
          <p:cNvGrpSpPr/>
          <p:nvPr/>
        </p:nvGrpSpPr>
        <p:grpSpPr>
          <a:xfrm>
            <a:off x="801093" y="1443871"/>
            <a:ext cx="714694" cy="714694"/>
            <a:chOff x="8289913" y="2508666"/>
            <a:chExt cx="714694" cy="714694"/>
          </a:xfrm>
        </p:grpSpPr>
        <p:sp>
          <p:nvSpPr>
            <p:cNvPr id="7" name="椭圆 6"/>
            <p:cNvSpPr/>
            <p:nvPr/>
          </p:nvSpPr>
          <p:spPr>
            <a:xfrm>
              <a:off x="8289913" y="2508666"/>
              <a:ext cx="714694" cy="714694"/>
            </a:xfrm>
            <a:prstGeom prst="ellipse">
              <a:avLst/>
            </a:prstGeom>
            <a:solidFill>
              <a:srgbClr val="0463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5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endParaRPr>
            </a:p>
          </p:txBody>
        </p:sp>
        <p:sp>
          <p:nvSpPr>
            <p:cNvPr id="8" name="arrow-pointing-left-circular-button_20407"/>
            <p:cNvSpPr>
              <a:spLocks noChangeAspect="1"/>
            </p:cNvSpPr>
            <p:nvPr/>
          </p:nvSpPr>
          <p:spPr bwMode="auto">
            <a:xfrm>
              <a:off x="8444698" y="2663709"/>
              <a:ext cx="405123" cy="404607"/>
            </a:xfrm>
            <a:custGeom>
              <a:avLst/>
              <a:gdLst>
                <a:gd name="T0" fmla="*/ 2307 w 4612"/>
                <a:gd name="T1" fmla="*/ 4614 h 4614"/>
                <a:gd name="T2" fmla="*/ 0 w 4612"/>
                <a:gd name="T3" fmla="*/ 2307 h 4614"/>
                <a:gd name="T4" fmla="*/ 2307 w 4612"/>
                <a:gd name="T5" fmla="*/ 0 h 4614"/>
                <a:gd name="T6" fmla="*/ 4612 w 4612"/>
                <a:gd name="T7" fmla="*/ 2227 h 4614"/>
                <a:gd name="T8" fmla="*/ 2031 w 4612"/>
                <a:gd name="T9" fmla="*/ 2222 h 4614"/>
                <a:gd name="T10" fmla="*/ 2479 w 4612"/>
                <a:gd name="T11" fmla="*/ 1775 h 4614"/>
                <a:gd name="T12" fmla="*/ 2367 w 4612"/>
                <a:gd name="T13" fmla="*/ 1662 h 4614"/>
                <a:gd name="T14" fmla="*/ 1727 w 4612"/>
                <a:gd name="T15" fmla="*/ 2302 h 4614"/>
                <a:gd name="T16" fmla="*/ 2378 w 4612"/>
                <a:gd name="T17" fmla="*/ 2952 h 4614"/>
                <a:gd name="T18" fmla="*/ 2490 w 4612"/>
                <a:gd name="T19" fmla="*/ 2840 h 4614"/>
                <a:gd name="T20" fmla="*/ 2032 w 4612"/>
                <a:gd name="T21" fmla="*/ 2381 h 4614"/>
                <a:gd name="T22" fmla="*/ 4612 w 4612"/>
                <a:gd name="T23" fmla="*/ 2387 h 4614"/>
                <a:gd name="T24" fmla="*/ 2307 w 4612"/>
                <a:gd name="T25" fmla="*/ 4614 h 4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612" h="4614">
                  <a:moveTo>
                    <a:pt x="2307" y="4614"/>
                  </a:moveTo>
                  <a:cubicBezTo>
                    <a:pt x="1035" y="4614"/>
                    <a:pt x="0" y="3579"/>
                    <a:pt x="0" y="2307"/>
                  </a:cubicBezTo>
                  <a:cubicBezTo>
                    <a:pt x="0" y="1035"/>
                    <a:pt x="1035" y="0"/>
                    <a:pt x="2307" y="0"/>
                  </a:cubicBezTo>
                  <a:cubicBezTo>
                    <a:pt x="3553" y="0"/>
                    <a:pt x="4570" y="992"/>
                    <a:pt x="4612" y="2227"/>
                  </a:cubicBezTo>
                  <a:lnTo>
                    <a:pt x="2031" y="2222"/>
                  </a:lnTo>
                  <a:lnTo>
                    <a:pt x="2479" y="1775"/>
                  </a:lnTo>
                  <a:lnTo>
                    <a:pt x="2367" y="1662"/>
                  </a:lnTo>
                  <a:lnTo>
                    <a:pt x="1727" y="2302"/>
                  </a:lnTo>
                  <a:lnTo>
                    <a:pt x="2378" y="2952"/>
                  </a:lnTo>
                  <a:lnTo>
                    <a:pt x="2490" y="2840"/>
                  </a:lnTo>
                  <a:lnTo>
                    <a:pt x="2032" y="2381"/>
                  </a:lnTo>
                  <a:lnTo>
                    <a:pt x="4612" y="2387"/>
                  </a:lnTo>
                  <a:cubicBezTo>
                    <a:pt x="4570" y="3622"/>
                    <a:pt x="3553" y="4614"/>
                    <a:pt x="2307" y="461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endParaRPr>
            </a:p>
          </p:txBody>
        </p:sp>
      </p:grpSp>
      <p:sp>
        <p:nvSpPr>
          <p:cNvPr id="9" name="标题 1"/>
          <p:cNvSpPr>
            <a:spLocks noGrp="1"/>
          </p:cNvSpPr>
          <p:nvPr/>
        </p:nvSpPr>
        <p:spPr>
          <a:xfrm>
            <a:off x="290830" y="384278"/>
            <a:ext cx="11506835" cy="48430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l">
              <a:lnSpc>
                <a:spcPct val="100000"/>
              </a:lnSpc>
              <a:defRPr lang="zh-CN" altLang="en-US" sz="2400" b="1" kern="1200" dirty="0">
                <a:solidFill>
                  <a:srgbClr val="0463C4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sz="2800" dirty="0">
                <a:solidFill>
                  <a:schemeClr val="bg1"/>
                </a:solidFill>
              </a:rPr>
              <a:t>  1</a:t>
            </a:r>
            <a:r>
              <a:rPr lang="en-US" altLang="zh-CN" sz="2800" dirty="0">
                <a:solidFill>
                  <a:schemeClr val="bg1">
                    <a:alpha val="80000"/>
                  </a:schemeClr>
                </a:solidFill>
              </a:rPr>
              <a:t>2</a:t>
            </a:r>
            <a:r>
              <a:rPr lang="en-US" altLang="zh-CN" sz="2800" dirty="0">
                <a:solidFill>
                  <a:srgbClr val="0091D9"/>
                </a:solidFill>
              </a:rPr>
              <a:t>         </a:t>
            </a:r>
            <a:r>
              <a:rPr lang="zh-CN" altLang="en-US" sz="2800" dirty="0">
                <a:solidFill>
                  <a:srgbClr val="0091D9"/>
                </a:solidFill>
              </a:rPr>
              <a:t>会议纪要</a:t>
            </a:r>
          </a:p>
        </p:txBody>
      </p:sp>
    </p:spTree>
    <p:extLst>
      <p:ext uri="{BB962C8B-B14F-4D97-AF65-F5344CB8AC3E}">
        <p14:creationId xmlns:p14="http://schemas.microsoft.com/office/powerpoint/2010/main" val="80255260"/>
      </p:ext>
    </p:extLst>
  </p:cSld>
  <p:clrMapOvr>
    <a:masterClrMapping/>
  </p:clrMapOvr>
  <p:transition spd="slow" advTm="0">
    <p:wipe dir="r"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159657"/>
            <a:ext cx="12192000" cy="798286"/>
          </a:xfrm>
          <a:prstGeom prst="rect">
            <a:avLst/>
          </a:prstGeom>
          <a:solidFill>
            <a:srgbClr val="D6E8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任意多边形: 形状 3"/>
          <p:cNvSpPr/>
          <p:nvPr/>
        </p:nvSpPr>
        <p:spPr>
          <a:xfrm rot="5400000" flipH="1">
            <a:off x="130629" y="-188683"/>
            <a:ext cx="1219197" cy="1480455"/>
          </a:xfrm>
          <a:custGeom>
            <a:avLst/>
            <a:gdLst>
              <a:gd name="connsiteX0" fmla="*/ 6096001 w 6395847"/>
              <a:gd name="connsiteY0" fmla="*/ 7221665 h 7221666"/>
              <a:gd name="connsiteX1" fmla="*/ 6096001 w 6395847"/>
              <a:gd name="connsiteY1" fmla="*/ 7221666 h 7221666"/>
              <a:gd name="connsiteX2" fmla="*/ 3314700 w 6395847"/>
              <a:gd name="connsiteY2" fmla="*/ 7221666 h 7221666"/>
              <a:gd name="connsiteX3" fmla="*/ 2781301 w 6395847"/>
              <a:gd name="connsiteY3" fmla="*/ 7221666 h 7221666"/>
              <a:gd name="connsiteX4" fmla="*/ 0 w 6395847"/>
              <a:gd name="connsiteY4" fmla="*/ 7221666 h 7221666"/>
              <a:gd name="connsiteX5" fmla="*/ 0 w 6395847"/>
              <a:gd name="connsiteY5" fmla="*/ 3447952 h 7221666"/>
              <a:gd name="connsiteX6" fmla="*/ 1 w 6395847"/>
              <a:gd name="connsiteY6" fmla="*/ 3447952 h 7221666"/>
              <a:gd name="connsiteX7" fmla="*/ 1 w 6395847"/>
              <a:gd name="connsiteY7" fmla="*/ 3019060 h 7221666"/>
              <a:gd name="connsiteX8" fmla="*/ 279301 w 6395847"/>
              <a:gd name="connsiteY8" fmla="*/ 2344769 h 7221666"/>
              <a:gd name="connsiteX9" fmla="*/ 405446 w 6395847"/>
              <a:gd name="connsiteY9" fmla="*/ 2240690 h 7221666"/>
              <a:gd name="connsiteX10" fmla="*/ 404464 w 6395847"/>
              <a:gd name="connsiteY10" fmla="*/ 2239038 h 7221666"/>
              <a:gd name="connsiteX11" fmla="*/ 415115 w 6395847"/>
              <a:gd name="connsiteY11" fmla="*/ 2232712 h 7221666"/>
              <a:gd name="connsiteX12" fmla="*/ 420431 w 6395847"/>
              <a:gd name="connsiteY12" fmla="*/ 2228326 h 7221666"/>
              <a:gd name="connsiteX13" fmla="*/ 444464 w 6395847"/>
              <a:gd name="connsiteY13" fmla="*/ 2215281 h 7221666"/>
              <a:gd name="connsiteX14" fmla="*/ 3989796 w 6395847"/>
              <a:gd name="connsiteY14" fmla="*/ 109665 h 7221666"/>
              <a:gd name="connsiteX15" fmla="*/ 3993587 w 6395847"/>
              <a:gd name="connsiteY15" fmla="*/ 116048 h 7221666"/>
              <a:gd name="connsiteX16" fmla="*/ 4025229 w 6395847"/>
              <a:gd name="connsiteY16" fmla="*/ 96652 h 7221666"/>
              <a:gd name="connsiteX17" fmla="*/ 4920239 w 6395847"/>
              <a:gd name="connsiteY17" fmla="*/ 127915 h 7221666"/>
              <a:gd name="connsiteX18" fmla="*/ 5919213 w 6395847"/>
              <a:gd name="connsiteY18" fmla="*/ 704673 h 7221666"/>
              <a:gd name="connsiteX19" fmla="*/ 6030081 w 6395847"/>
              <a:gd name="connsiteY19" fmla="*/ 779366 h 7221666"/>
              <a:gd name="connsiteX20" fmla="*/ 6096000 w 6395847"/>
              <a:gd name="connsiteY20" fmla="*/ 838524 h 7221666"/>
              <a:gd name="connsiteX21" fmla="*/ 6096000 w 6395847"/>
              <a:gd name="connsiteY21" fmla="*/ 7221665 h 7221666"/>
              <a:gd name="connsiteX22" fmla="*/ 6221624 w 6395847"/>
              <a:gd name="connsiteY22" fmla="*/ 982469 h 7221666"/>
              <a:gd name="connsiteX23" fmla="*/ 6201936 w 6395847"/>
              <a:gd name="connsiteY23" fmla="*/ 954781 h 7221666"/>
              <a:gd name="connsiteX24" fmla="*/ 6210136 w 6395847"/>
              <a:gd name="connsiteY24" fmla="*/ 964466 h 7221666"/>
              <a:gd name="connsiteX25" fmla="*/ 6283768 w 6395847"/>
              <a:gd name="connsiteY25" fmla="*/ 1082992 h 7221666"/>
              <a:gd name="connsiteX26" fmla="*/ 6267120 w 6395847"/>
              <a:gd name="connsiteY26" fmla="*/ 1053774 h 7221666"/>
              <a:gd name="connsiteX27" fmla="*/ 6278411 w 6395847"/>
              <a:gd name="connsiteY27" fmla="*/ 1071469 h 7221666"/>
              <a:gd name="connsiteX28" fmla="*/ 6372765 w 6395847"/>
              <a:gd name="connsiteY28" fmla="*/ 1326510 h 7221666"/>
              <a:gd name="connsiteX29" fmla="*/ 6365409 w 6395847"/>
              <a:gd name="connsiteY29" fmla="*/ 1293851 h 7221666"/>
              <a:gd name="connsiteX30" fmla="*/ 6369173 w 6395847"/>
              <a:gd name="connsiteY30" fmla="*/ 1305870 h 7221666"/>
              <a:gd name="connsiteX31" fmla="*/ 6391257 w 6395847"/>
              <a:gd name="connsiteY31" fmla="*/ 1442433 h 7221666"/>
              <a:gd name="connsiteX32" fmla="*/ 6387139 w 6395847"/>
              <a:gd name="connsiteY32" fmla="*/ 1409114 h 7221666"/>
              <a:gd name="connsiteX33" fmla="*/ 6390749 w 6395847"/>
              <a:gd name="connsiteY33" fmla="*/ 1429863 h 7221666"/>
              <a:gd name="connsiteX34" fmla="*/ 6395847 w 6395847"/>
              <a:gd name="connsiteY34" fmla="*/ 1556116 h 7221666"/>
              <a:gd name="connsiteX35" fmla="*/ 6268252 w 6395847"/>
              <a:gd name="connsiteY35" fmla="*/ 2007304 h 7221666"/>
              <a:gd name="connsiteX36" fmla="*/ 6096001 w 6395847"/>
              <a:gd name="connsiteY36" fmla="*/ 2305652 h 7221666"/>
              <a:gd name="connsiteX37" fmla="*/ 6096001 w 6395847"/>
              <a:gd name="connsiteY37" fmla="*/ 2305651 h 7221666"/>
              <a:gd name="connsiteX38" fmla="*/ 6268252 w 6395847"/>
              <a:gd name="connsiteY38" fmla="*/ 2007303 h 7221666"/>
              <a:gd name="connsiteX39" fmla="*/ 6385798 w 6395847"/>
              <a:gd name="connsiteY39" fmla="*/ 1671419 h 7221666"/>
              <a:gd name="connsiteX40" fmla="*/ 6395847 w 6395847"/>
              <a:gd name="connsiteY40" fmla="*/ 1556116 h 722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6395847" h="7221666">
                <a:moveTo>
                  <a:pt x="6096001" y="7221665"/>
                </a:moveTo>
                <a:lnTo>
                  <a:pt x="6096001" y="7221666"/>
                </a:lnTo>
                <a:lnTo>
                  <a:pt x="3314700" y="7221666"/>
                </a:lnTo>
                <a:lnTo>
                  <a:pt x="2781301" y="7221666"/>
                </a:lnTo>
                <a:lnTo>
                  <a:pt x="0" y="7221666"/>
                </a:lnTo>
                <a:lnTo>
                  <a:pt x="0" y="3447952"/>
                </a:lnTo>
                <a:lnTo>
                  <a:pt x="1" y="3447952"/>
                </a:lnTo>
                <a:lnTo>
                  <a:pt x="1" y="3019060"/>
                </a:lnTo>
                <a:cubicBezTo>
                  <a:pt x="1" y="2755733"/>
                  <a:pt x="106735" y="2517335"/>
                  <a:pt x="279301" y="2344769"/>
                </a:cubicBezTo>
                <a:lnTo>
                  <a:pt x="405446" y="2240690"/>
                </a:lnTo>
                <a:lnTo>
                  <a:pt x="404464" y="2239038"/>
                </a:lnTo>
                <a:lnTo>
                  <a:pt x="415115" y="2232712"/>
                </a:lnTo>
                <a:lnTo>
                  <a:pt x="420431" y="2228326"/>
                </a:lnTo>
                <a:lnTo>
                  <a:pt x="444464" y="2215281"/>
                </a:lnTo>
                <a:lnTo>
                  <a:pt x="3989796" y="109665"/>
                </a:lnTo>
                <a:lnTo>
                  <a:pt x="3993587" y="116048"/>
                </a:lnTo>
                <a:lnTo>
                  <a:pt x="4025229" y="96652"/>
                </a:lnTo>
                <a:cubicBezTo>
                  <a:pt x="4300466" y="-37338"/>
                  <a:pt x="4635179" y="-36664"/>
                  <a:pt x="4920239" y="127915"/>
                </a:cubicBezTo>
                <a:lnTo>
                  <a:pt x="5919213" y="704673"/>
                </a:lnTo>
                <a:cubicBezTo>
                  <a:pt x="5958409" y="727303"/>
                  <a:pt x="5995390" y="752295"/>
                  <a:pt x="6030081" y="779366"/>
                </a:cubicBezTo>
                <a:lnTo>
                  <a:pt x="6096000" y="838524"/>
                </a:lnTo>
                <a:lnTo>
                  <a:pt x="6096000" y="7221665"/>
                </a:lnTo>
                <a:close/>
                <a:moveTo>
                  <a:pt x="6221624" y="982469"/>
                </a:moveTo>
                <a:lnTo>
                  <a:pt x="6201936" y="954781"/>
                </a:lnTo>
                <a:lnTo>
                  <a:pt x="6210136" y="964466"/>
                </a:lnTo>
                <a:close/>
                <a:moveTo>
                  <a:pt x="6283768" y="1082992"/>
                </a:moveTo>
                <a:lnTo>
                  <a:pt x="6267120" y="1053774"/>
                </a:lnTo>
                <a:lnTo>
                  <a:pt x="6278411" y="1071469"/>
                </a:lnTo>
                <a:close/>
                <a:moveTo>
                  <a:pt x="6372765" y="1326510"/>
                </a:moveTo>
                <a:lnTo>
                  <a:pt x="6365409" y="1293851"/>
                </a:lnTo>
                <a:lnTo>
                  <a:pt x="6369173" y="1305870"/>
                </a:lnTo>
                <a:close/>
                <a:moveTo>
                  <a:pt x="6391257" y="1442433"/>
                </a:moveTo>
                <a:lnTo>
                  <a:pt x="6387139" y="1409114"/>
                </a:lnTo>
                <a:lnTo>
                  <a:pt x="6390749" y="1429863"/>
                </a:lnTo>
                <a:close/>
                <a:moveTo>
                  <a:pt x="6395847" y="1556116"/>
                </a:moveTo>
                <a:cubicBezTo>
                  <a:pt x="6391855" y="1709831"/>
                  <a:pt x="6350542" y="1864774"/>
                  <a:pt x="6268252" y="2007304"/>
                </a:cubicBezTo>
                <a:lnTo>
                  <a:pt x="6096001" y="2305652"/>
                </a:lnTo>
                <a:lnTo>
                  <a:pt x="6096001" y="2305651"/>
                </a:lnTo>
                <a:lnTo>
                  <a:pt x="6268252" y="2007303"/>
                </a:lnTo>
                <a:cubicBezTo>
                  <a:pt x="6329969" y="1900406"/>
                  <a:pt x="6368637" y="1786526"/>
                  <a:pt x="6385798" y="1671419"/>
                </a:cubicBezTo>
                <a:lnTo>
                  <a:pt x="6395847" y="1556116"/>
                </a:lnTo>
                <a:close/>
              </a:path>
            </a:pathLst>
          </a:custGeom>
          <a:gradFill>
            <a:gsLst>
              <a:gs pos="0">
                <a:srgbClr val="0165C5"/>
              </a:gs>
              <a:gs pos="100000">
                <a:srgbClr val="0165C5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阿里巴巴普惠体" panose="00020600040101010101" pitchFamily="18" charset="-122"/>
              <a:ea typeface="微软雅黑" panose="020B0503020204020204" pitchFamily="34" charset="-122"/>
              <a:sym typeface="Segoe UI" panose="020B0502040204020203" pitchFamily="3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1915" y="375709"/>
            <a:ext cx="2251713" cy="383211"/>
          </a:xfrm>
          <a:prstGeom prst="rect">
            <a:avLst/>
          </a:prstGeom>
        </p:spPr>
      </p:pic>
      <p:grpSp>
        <p:nvGrpSpPr>
          <p:cNvPr id="7" name="组合 6"/>
          <p:cNvGrpSpPr/>
          <p:nvPr/>
        </p:nvGrpSpPr>
        <p:grpSpPr>
          <a:xfrm>
            <a:off x="801093" y="1443871"/>
            <a:ext cx="714694" cy="714694"/>
            <a:chOff x="8289913" y="2508666"/>
            <a:chExt cx="714694" cy="714694"/>
          </a:xfrm>
        </p:grpSpPr>
        <p:sp>
          <p:nvSpPr>
            <p:cNvPr id="8" name="椭圆 7"/>
            <p:cNvSpPr/>
            <p:nvPr/>
          </p:nvSpPr>
          <p:spPr>
            <a:xfrm>
              <a:off x="8289913" y="2508666"/>
              <a:ext cx="714694" cy="714694"/>
            </a:xfrm>
            <a:prstGeom prst="ellipse">
              <a:avLst/>
            </a:prstGeom>
            <a:solidFill>
              <a:srgbClr val="0463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5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endParaRPr>
            </a:p>
          </p:txBody>
        </p:sp>
        <p:sp>
          <p:nvSpPr>
            <p:cNvPr id="10" name="arrow-pointing-left-circular-button_20407"/>
            <p:cNvSpPr>
              <a:spLocks noChangeAspect="1"/>
            </p:cNvSpPr>
            <p:nvPr/>
          </p:nvSpPr>
          <p:spPr bwMode="auto">
            <a:xfrm>
              <a:off x="8444698" y="2663709"/>
              <a:ext cx="405123" cy="404607"/>
            </a:xfrm>
            <a:custGeom>
              <a:avLst/>
              <a:gdLst>
                <a:gd name="T0" fmla="*/ 2307 w 4612"/>
                <a:gd name="T1" fmla="*/ 4614 h 4614"/>
                <a:gd name="T2" fmla="*/ 0 w 4612"/>
                <a:gd name="T3" fmla="*/ 2307 h 4614"/>
                <a:gd name="T4" fmla="*/ 2307 w 4612"/>
                <a:gd name="T5" fmla="*/ 0 h 4614"/>
                <a:gd name="T6" fmla="*/ 4612 w 4612"/>
                <a:gd name="T7" fmla="*/ 2227 h 4614"/>
                <a:gd name="T8" fmla="*/ 2031 w 4612"/>
                <a:gd name="T9" fmla="*/ 2222 h 4614"/>
                <a:gd name="T10" fmla="*/ 2479 w 4612"/>
                <a:gd name="T11" fmla="*/ 1775 h 4614"/>
                <a:gd name="T12" fmla="*/ 2367 w 4612"/>
                <a:gd name="T13" fmla="*/ 1662 h 4614"/>
                <a:gd name="T14" fmla="*/ 1727 w 4612"/>
                <a:gd name="T15" fmla="*/ 2302 h 4614"/>
                <a:gd name="T16" fmla="*/ 2378 w 4612"/>
                <a:gd name="T17" fmla="*/ 2952 h 4614"/>
                <a:gd name="T18" fmla="*/ 2490 w 4612"/>
                <a:gd name="T19" fmla="*/ 2840 h 4614"/>
                <a:gd name="T20" fmla="*/ 2032 w 4612"/>
                <a:gd name="T21" fmla="*/ 2381 h 4614"/>
                <a:gd name="T22" fmla="*/ 4612 w 4612"/>
                <a:gd name="T23" fmla="*/ 2387 h 4614"/>
                <a:gd name="T24" fmla="*/ 2307 w 4612"/>
                <a:gd name="T25" fmla="*/ 4614 h 4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612" h="4614">
                  <a:moveTo>
                    <a:pt x="2307" y="4614"/>
                  </a:moveTo>
                  <a:cubicBezTo>
                    <a:pt x="1035" y="4614"/>
                    <a:pt x="0" y="3579"/>
                    <a:pt x="0" y="2307"/>
                  </a:cubicBezTo>
                  <a:cubicBezTo>
                    <a:pt x="0" y="1035"/>
                    <a:pt x="1035" y="0"/>
                    <a:pt x="2307" y="0"/>
                  </a:cubicBezTo>
                  <a:cubicBezTo>
                    <a:pt x="3553" y="0"/>
                    <a:pt x="4570" y="992"/>
                    <a:pt x="4612" y="2227"/>
                  </a:cubicBezTo>
                  <a:lnTo>
                    <a:pt x="2031" y="2222"/>
                  </a:lnTo>
                  <a:lnTo>
                    <a:pt x="2479" y="1775"/>
                  </a:lnTo>
                  <a:lnTo>
                    <a:pt x="2367" y="1662"/>
                  </a:lnTo>
                  <a:lnTo>
                    <a:pt x="1727" y="2302"/>
                  </a:lnTo>
                  <a:lnTo>
                    <a:pt x="2378" y="2952"/>
                  </a:lnTo>
                  <a:lnTo>
                    <a:pt x="2490" y="2840"/>
                  </a:lnTo>
                  <a:lnTo>
                    <a:pt x="2032" y="2381"/>
                  </a:lnTo>
                  <a:lnTo>
                    <a:pt x="4612" y="2387"/>
                  </a:lnTo>
                  <a:cubicBezTo>
                    <a:pt x="4570" y="3622"/>
                    <a:pt x="3553" y="4614"/>
                    <a:pt x="2307" y="461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endParaRPr>
            </a:p>
          </p:txBody>
        </p:sp>
      </p:grpSp>
      <p:sp>
        <p:nvSpPr>
          <p:cNvPr id="11" name="矩形 3"/>
          <p:cNvSpPr/>
          <p:nvPr/>
        </p:nvSpPr>
        <p:spPr>
          <a:xfrm>
            <a:off x="747487" y="2313608"/>
            <a:ext cx="10697028" cy="407729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endParaRPr lang="ru-RU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阿里巴巴普惠体" panose="00020600040101010101" pitchFamily="18" charset="-122"/>
            </a:endParaRPr>
          </a:p>
        </p:txBody>
      </p:sp>
      <p:sp>
        <p:nvSpPr>
          <p:cNvPr id="15" name="标题 1"/>
          <p:cNvSpPr>
            <a:spLocks noGrp="1"/>
          </p:cNvSpPr>
          <p:nvPr>
            <p:ph type="title" hasCustomPrompt="1"/>
          </p:nvPr>
        </p:nvSpPr>
        <p:spPr>
          <a:xfrm>
            <a:off x="1670572" y="1555775"/>
            <a:ext cx="101273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>
              <a:lnSpc>
                <a:spcPct val="100000"/>
              </a:lnSpc>
              <a:defRPr lang="zh-CN" altLang="en-US" sz="2400" b="1" kern="1200" dirty="0">
                <a:solidFill>
                  <a:srgbClr val="0463C4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/>
            <a:r>
              <a:rPr lang="zh-CN" altLang="en-US" dirty="0"/>
              <a:t>单击此处编辑母版标题样式 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057B88A-48E7-5510-D21C-302607EC0201}"/>
              </a:ext>
            </a:extLst>
          </p:cNvPr>
          <p:cNvSpPr>
            <a:spLocks noGrp="1"/>
          </p:cNvSpPr>
          <p:nvPr/>
        </p:nvSpPr>
        <p:spPr>
          <a:xfrm>
            <a:off x="290830" y="384278"/>
            <a:ext cx="11506835" cy="48430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l">
              <a:lnSpc>
                <a:spcPct val="100000"/>
              </a:lnSpc>
              <a:defRPr lang="zh-CN" altLang="en-US" sz="2400" b="1" kern="1200" dirty="0">
                <a:solidFill>
                  <a:srgbClr val="0463C4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sz="2800" dirty="0">
                <a:solidFill>
                  <a:schemeClr val="bg1"/>
                </a:solidFill>
              </a:rPr>
              <a:t>  1</a:t>
            </a:r>
            <a:r>
              <a:rPr lang="en-US" altLang="zh-CN" sz="2800" dirty="0">
                <a:solidFill>
                  <a:schemeClr val="bg1">
                    <a:alpha val="80000"/>
                  </a:schemeClr>
                </a:solidFill>
              </a:rPr>
              <a:t>2</a:t>
            </a:r>
            <a:r>
              <a:rPr lang="en-US" altLang="zh-CN" sz="2800" dirty="0">
                <a:solidFill>
                  <a:srgbClr val="0091D9"/>
                </a:solidFill>
              </a:rPr>
              <a:t>         </a:t>
            </a:r>
            <a:r>
              <a:rPr lang="zh-CN" altLang="en-US" sz="2800" b="1" kern="1200" dirty="0">
                <a:solidFill>
                  <a:srgbClr val="0091D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rPr>
              <a:t>财务管理的环境</a:t>
            </a:r>
            <a:endParaRPr lang="zh-CN" altLang="en-US" sz="2800" dirty="0">
              <a:solidFill>
                <a:srgbClr val="0091D9"/>
              </a:solidFill>
            </a:endParaRPr>
          </a:p>
        </p:txBody>
      </p:sp>
      <p:sp>
        <p:nvSpPr>
          <p:cNvPr id="9" name="内容占位符 22">
            <a:extLst>
              <a:ext uri="{FF2B5EF4-FFF2-40B4-BE49-F238E27FC236}">
                <a16:creationId xmlns:a16="http://schemas.microsoft.com/office/drawing/2014/main" id="{4FCB1552-F63F-5BAC-C851-A95C7C1C282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024731" y="2516808"/>
            <a:ext cx="10142537" cy="323051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/>
            </a:lvl1pPr>
            <a:lvl2pPr>
              <a:defRPr sz="2000"/>
            </a:lvl2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41574959"/>
      </p:ext>
    </p:extLst>
  </p:cSld>
  <p:clrMapOvr>
    <a:masterClrMapping/>
  </p:clrMapOvr>
  <p:transition spd="slow" advTm="0">
    <p:wipe dir="r"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8860BB-E3C5-4D22-8BEC-68FDB1E31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564C3A6-28A5-477B-8FD3-82774CA65D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2360E54-6845-42DD-84DC-A39854FA1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4DC83-3CE9-4D3D-97D7-A22BE49BDBD4}" type="datetimeFigureOut">
              <a:rPr lang="zh-CN" altLang="en-US" smtClean="0"/>
              <a:t>2023/10/18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ADABCB2-5F2D-434F-8110-4656AF3E9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C4DEC2A-E2D0-43AA-976A-170C369B5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AE40D-8540-4539-90FD-3D77FB788A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06366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AF2F5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591634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  <p:sldLayoutId id="2147483678" r:id="rId13"/>
    <p:sldLayoutId id="2147483679" r:id="rId14"/>
    <p:sldLayoutId id="2147483680" r:id="rId15"/>
    <p:sldLayoutId id="2147483681" r:id="rId16"/>
    <p:sldLayoutId id="2147483682" r:id="rId17"/>
    <p:sldLayoutId id="2147483683" r:id="rId18"/>
    <p:sldLayoutId id="2147483684" r:id="rId19"/>
    <p:sldLayoutId id="2147483685" r:id="rId20"/>
    <p:sldLayoutId id="2147483686" r:id="rId21"/>
    <p:sldLayoutId id="2147483687" r:id="rId22"/>
    <p:sldLayoutId id="2147483688" r:id="rId23"/>
    <p:sldLayoutId id="2147483689" r:id="rId24"/>
    <p:sldLayoutId id="2147483690" r:id="rId25"/>
    <p:sldLayoutId id="2147483691" r:id="rId26"/>
    <p:sldLayoutId id="2147483692" r:id="rId27"/>
  </p:sldLayoutIdLst>
  <p:transition spd="slow" advTm="0">
    <p:wipe dir="r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6" name="组合 285"/>
          <p:cNvGrpSpPr/>
          <p:nvPr/>
        </p:nvGrpSpPr>
        <p:grpSpPr>
          <a:xfrm>
            <a:off x="1142271" y="4495729"/>
            <a:ext cx="4142910" cy="479114"/>
            <a:chOff x="5646962" y="4937787"/>
            <a:chExt cx="1453481" cy="482463"/>
          </a:xfrm>
          <a:effectLst/>
        </p:grpSpPr>
        <p:sp>
          <p:nvSpPr>
            <p:cNvPr id="287" name="任意多边形: 形状 12"/>
            <p:cNvSpPr/>
            <p:nvPr/>
          </p:nvSpPr>
          <p:spPr>
            <a:xfrm flipH="1" flipV="1">
              <a:off x="5646962" y="4937787"/>
              <a:ext cx="1453481" cy="482463"/>
            </a:xfrm>
            <a:prstGeom prst="roundRect">
              <a:avLst>
                <a:gd name="adj" fmla="val 50000"/>
              </a:avLst>
            </a:prstGeom>
            <a:solidFill>
              <a:srgbClr val="02B0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endParaRPr>
            </a:p>
          </p:txBody>
        </p:sp>
        <p:sp>
          <p:nvSpPr>
            <p:cNvPr id="288" name="文本框 287"/>
            <p:cNvSpPr txBox="1"/>
            <p:nvPr/>
          </p:nvSpPr>
          <p:spPr>
            <a:xfrm>
              <a:off x="5715384" y="4993062"/>
              <a:ext cx="1316636" cy="37191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1" i="0" u="none" strike="noStrike" kern="1200" cap="none" spc="6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阿里巴巴普惠体" panose="00020600040101010101" pitchFamily="18" charset="-122"/>
                </a:rPr>
                <a:t>数字图像处理（第四版）</a:t>
              </a:r>
            </a:p>
          </p:txBody>
        </p:sp>
      </p:grpSp>
      <p:grpSp>
        <p:nvGrpSpPr>
          <p:cNvPr id="302" name="组合 301"/>
          <p:cNvGrpSpPr/>
          <p:nvPr/>
        </p:nvGrpSpPr>
        <p:grpSpPr>
          <a:xfrm>
            <a:off x="1027366" y="1310600"/>
            <a:ext cx="4272323" cy="2186039"/>
            <a:chOff x="951801" y="1752810"/>
            <a:chExt cx="4272323" cy="2186039"/>
          </a:xfrm>
        </p:grpSpPr>
        <p:sp>
          <p:nvSpPr>
            <p:cNvPr id="285" name="文本框 284"/>
            <p:cNvSpPr txBox="1"/>
            <p:nvPr/>
          </p:nvSpPr>
          <p:spPr>
            <a:xfrm>
              <a:off x="951801" y="3015519"/>
              <a:ext cx="427232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5400" b="1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阿里巴巴普惠体" panose="00020600040101010101" pitchFamily="18" charset="-122"/>
                </a:rPr>
                <a:t>数字图像基础</a:t>
              </a:r>
              <a:endPara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endParaRPr>
            </a:p>
          </p:txBody>
        </p:sp>
        <p:grpSp>
          <p:nvGrpSpPr>
            <p:cNvPr id="301" name="组合 300"/>
            <p:cNvGrpSpPr/>
            <p:nvPr/>
          </p:nvGrpSpPr>
          <p:grpSpPr>
            <a:xfrm>
              <a:off x="951801" y="1752810"/>
              <a:ext cx="3707553" cy="1252400"/>
              <a:chOff x="951801" y="1680239"/>
              <a:chExt cx="3707553" cy="1252400"/>
            </a:xfrm>
          </p:grpSpPr>
          <p:sp>
            <p:nvSpPr>
              <p:cNvPr id="290" name="文本框 289"/>
              <p:cNvSpPr txBox="1"/>
              <p:nvPr/>
            </p:nvSpPr>
            <p:spPr>
              <a:xfrm>
                <a:off x="951801" y="2009309"/>
                <a:ext cx="2228495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5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65C4"/>
                    </a:solidFill>
                    <a:effectLst/>
                    <a:uLnTx/>
                    <a:uFillTx/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  <a:sym typeface="阿里巴巴普惠体" panose="00020600040101010101" pitchFamily="18" charset="-122"/>
                  </a:rPr>
                  <a:t>第二章</a:t>
                </a:r>
                <a:endParaRPr kumimoji="0" lang="en-US" altLang="zh-CN" sz="5400" b="1" i="0" u="none" strike="noStrike" kern="1200" cap="none" spc="0" normalizeH="0" baseline="0" noProof="0" dirty="0">
                  <a:ln>
                    <a:noFill/>
                  </a:ln>
                  <a:solidFill>
                    <a:srgbClr val="0065C4"/>
                  </a:solidFill>
                  <a:effectLst/>
                  <a:uLnTx/>
                  <a:uFillTx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阿里巴巴普惠体" panose="00020600040101010101" pitchFamily="18" charset="-122"/>
                </a:endParaRPr>
              </a:p>
            </p:txBody>
          </p:sp>
          <p:sp>
            <p:nvSpPr>
              <p:cNvPr id="295" name="椭圆 294"/>
              <p:cNvSpPr/>
              <p:nvPr/>
            </p:nvSpPr>
            <p:spPr>
              <a:xfrm>
                <a:off x="3440154" y="1680239"/>
                <a:ext cx="1219200" cy="1219200"/>
              </a:xfrm>
              <a:prstGeom prst="ellipse">
                <a:avLst/>
              </a:prstGeom>
              <a:gradFill>
                <a:gsLst>
                  <a:gs pos="0">
                    <a:srgbClr val="0165C5">
                      <a:alpha val="7000"/>
                    </a:srgbClr>
                  </a:gs>
                  <a:gs pos="100000">
                    <a:srgbClr val="F2F9FF">
                      <a:alpha val="24000"/>
                    </a:srgbClr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阿里巴巴普惠体" panose="00020600040101010101" pitchFamily="18" charset="-122"/>
                </a:endParaRPr>
              </a:p>
            </p:txBody>
          </p:sp>
        </p:grpSp>
      </p:grpSp>
      <p:sp>
        <p:nvSpPr>
          <p:cNvPr id="2" name="Freeform 24">
            <a:extLst>
              <a:ext uri="{FF2B5EF4-FFF2-40B4-BE49-F238E27FC236}">
                <a16:creationId xmlns:a16="http://schemas.microsoft.com/office/drawing/2014/main" id="{05D286A2-ECB7-9BA2-9D1F-172FDB772080}"/>
              </a:ext>
            </a:extLst>
          </p:cNvPr>
          <p:cNvSpPr>
            <a:spLocks/>
          </p:cNvSpPr>
          <p:nvPr/>
        </p:nvSpPr>
        <p:spPr bwMode="auto">
          <a:xfrm>
            <a:off x="1142271" y="3743277"/>
            <a:ext cx="171824" cy="429542"/>
          </a:xfrm>
          <a:prstGeom prst="roundRect">
            <a:avLst/>
          </a:prstGeom>
          <a:solidFill>
            <a:srgbClr val="0463C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阿里巴巴普惠体" panose="00020600040101010101" pitchFamily="18" charset="-122"/>
            </a:endParaRPr>
          </a:p>
        </p:txBody>
      </p:sp>
      <p:sp>
        <p:nvSpPr>
          <p:cNvPr id="3" name="Inhaltsplatzhalter 4">
            <a:extLst>
              <a:ext uri="{FF2B5EF4-FFF2-40B4-BE49-F238E27FC236}">
                <a16:creationId xmlns:a16="http://schemas.microsoft.com/office/drawing/2014/main" id="{61215E34-C4A2-0714-4A5F-AD7D334A7606}"/>
              </a:ext>
            </a:extLst>
          </p:cNvPr>
          <p:cNvSpPr txBox="1">
            <a:spLocks/>
          </p:cNvSpPr>
          <p:nvPr/>
        </p:nvSpPr>
        <p:spPr>
          <a:xfrm>
            <a:off x="1444494" y="3819549"/>
            <a:ext cx="378796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72967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98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64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256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335" indent="-179335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847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10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2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dist">
              <a:lnSpc>
                <a:spcPct val="100000"/>
              </a:lnSpc>
              <a:spcAft>
                <a:spcPts val="1200"/>
              </a:spcAft>
              <a:buNone/>
            </a:pPr>
            <a:r>
              <a:rPr lang="zh-CN" altLang="en-US" sz="1800" b="1" dirty="0">
                <a:solidFill>
                  <a:srgbClr val="0463C4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rPr>
              <a:t>国外电子与通信教材系列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463C4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0916470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accel="20000" decel="8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200"/>
                            </p:stCondLst>
                            <p:childTnLst>
                              <p:par>
                                <p:cTn id="18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5914663" y="2221637"/>
            <a:ext cx="5326558" cy="2414726"/>
            <a:chOff x="6133596" y="2292214"/>
            <a:chExt cx="5326558" cy="2414726"/>
          </a:xfrm>
        </p:grpSpPr>
        <p:sp>
          <p:nvSpPr>
            <p:cNvPr id="20" name="任意多边形: 形状 20"/>
            <p:cNvSpPr/>
            <p:nvPr userDrawn="1"/>
          </p:nvSpPr>
          <p:spPr>
            <a:xfrm>
              <a:off x="8109345" y="2292214"/>
              <a:ext cx="1400172" cy="1339375"/>
            </a:xfrm>
            <a:prstGeom prst="ellipse">
              <a:avLst/>
            </a:prstGeom>
            <a:solidFill>
              <a:srgbClr val="02B0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6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阿里巴巴普惠体" panose="00020600040101010101" pitchFamily="18" charset="-122"/>
                </a:rPr>
                <a:t>01</a:t>
              </a:r>
              <a:endParaRPr kumimoji="0" lang="zh-CN" altLang="en-US" sz="6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endParaRP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6133596" y="3937499"/>
              <a:ext cx="5326558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4400" b="1" dirty="0">
                  <a:solidFill>
                    <a:srgbClr val="0065C4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+mn-lt"/>
                </a:rPr>
                <a:t>视觉感知要素</a:t>
              </a:r>
              <a:endParaRPr lang="zh-CN" altLang="en-US" sz="4400" b="1" dirty="0">
                <a:solidFill>
                  <a:srgbClr val="0065C4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83746312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34F097C-BEB6-D10D-705B-4CFF667B652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024731" y="2516808"/>
            <a:ext cx="6867985" cy="3230517"/>
          </a:xfrm>
        </p:spPr>
        <p:txBody>
          <a:bodyPr/>
          <a:lstStyle/>
          <a:p>
            <a:pPr marL="0" marR="280" lvl="0" indent="0" rtl="0">
              <a:buNone/>
            </a:pP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图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2.1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显示了人眼的简化剖面图。人眼的形状近似为一个球体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(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直径约为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20mm),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 它由三层膜包裹：外覆的角膜与巩膜；脉络膜；视网膜。角膜是坚硬并且透明的组织，它覆盖人眼的前表面。角膜后面的巩膜是包围眼球其余部分的不透明膜。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85D6675B-AF38-5FDC-31D7-0D2A7A4CB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CN" altLang="en-US" b="1" i="0" u="none" strike="noStrike" baseline="0">
                <a:solidFill>
                  <a:srgbClr val="0070C0"/>
                </a:solidFill>
                <a:latin typeface="+mn-lt"/>
                <a:ea typeface="+mn-ea"/>
                <a:cs typeface="+mn-ea"/>
                <a:sym typeface="+mn-lt"/>
              </a:rPr>
              <a:t>人眼的结构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B536453-36D7-6645-2DFF-196E523B75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4669" y="2516808"/>
            <a:ext cx="2965133" cy="3829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8475317"/>
      </p:ext>
    </p:extLst>
  </p:cSld>
  <p:clrMapOvr>
    <a:masterClrMapping/>
  </p:clrMapOvr>
  <p:transition spd="slow" advTm="0"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D6675B-AF38-5FDC-31D7-0D2A7A4CB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CN" altLang="en-US" b="1" i="0" u="none" strike="noStrike" baseline="0">
                <a:solidFill>
                  <a:srgbClr val="0070C0"/>
                </a:solidFill>
                <a:latin typeface="+mn-lt"/>
                <a:ea typeface="+mn-ea"/>
                <a:cs typeface="+mn-ea"/>
                <a:sym typeface="+mn-lt"/>
              </a:rPr>
              <a:t>人眼的结构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34F097C-BEB6-D10D-705B-4CFF667B6523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0" marR="280" lvl="0" indent="0" rtl="0">
              <a:buNone/>
            </a:pP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图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2.2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显示了通过右眼视神经区的剖面的杆状体和锥状体密度。在这一区域，由于没有感受器而  导致了所谓的盲点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(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见图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2.1)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。除这一区域外，感受器的分布关于中央凹径向对称。感受器密度根据到视轴的度数来度量。注意，图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2.2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中的锥状体在视网膜的中心最密，从该中心向外到偏离视轴约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20°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 处，杆状体的密度逐渐增大。向外到视网膜的边缘处，它们的密度逐渐降低。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36A6F20-F135-1806-8EDA-73D592F371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9294" y="4386231"/>
            <a:ext cx="4033412" cy="2327679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52B5A5E8-5A53-EC7F-7F9F-6B22CBC4EC3E}"/>
              </a:ext>
            </a:extLst>
          </p:cNvPr>
          <p:cNvSpPr/>
          <p:nvPr/>
        </p:nvSpPr>
        <p:spPr>
          <a:xfrm>
            <a:off x="801092" y="2446417"/>
            <a:ext cx="10589815" cy="1843561"/>
          </a:xfrm>
          <a:prstGeom prst="rect">
            <a:avLst/>
          </a:prstGeom>
          <a:noFill/>
          <a:ln>
            <a:solidFill>
              <a:srgbClr val="0463C4">
                <a:alpha val="50000"/>
              </a:srgb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27739741"/>
      </p:ext>
    </p:extLst>
  </p:cSld>
  <p:clrMapOvr>
    <a:masterClrMapping/>
  </p:clrMapOvr>
  <p:transition spd="slow" advTm="0"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9353ADE-2C9F-79E0-C683-6D2B3E96891B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>
            <a:normAutofit/>
          </a:bodyPr>
          <a:lstStyle/>
          <a:p>
            <a:pPr marL="0" marR="280" lvl="0" indent="0" rtl="0">
              <a:buNone/>
            </a:pP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图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2.3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 中的几何关系说明了在视网膜上所形成的图像的尺寸。例如，假设某人正在观看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100m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外高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15m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的一棵树。令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h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表示视网膜图像中该物体的高度，由图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2.3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的几何关系可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15/100=h/17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或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h=2.5mm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。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B04D4B63-23FB-71D5-DC83-5BF3A9397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CN" altLang="en-US" b="1" i="0" u="none" strike="noStrike" baseline="0">
                <a:solidFill>
                  <a:srgbClr val="0070C0"/>
                </a:solidFill>
                <a:latin typeface="+mn-lt"/>
                <a:ea typeface="+mn-ea"/>
                <a:cs typeface="+mn-ea"/>
                <a:sym typeface="+mn-lt"/>
              </a:rPr>
              <a:t>人眼中图像的形成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8CA7C33-B6EC-A77C-FA6C-DC6A6F1A6B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909" y="3965608"/>
            <a:ext cx="7385302" cy="2422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84232"/>
      </p:ext>
    </p:extLst>
  </p:cSld>
  <p:clrMapOvr>
    <a:masterClrMapping/>
  </p:clrMapOvr>
  <p:transition spd="slow" advTm="0"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9D35FA3-366F-9523-4980-2684B8F9C8B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024731" y="2516808"/>
            <a:ext cx="6685105" cy="3230517"/>
          </a:xfrm>
        </p:spPr>
        <p:txBody>
          <a:bodyPr/>
          <a:lstStyle/>
          <a:p>
            <a:pPr marL="0" marR="280" lvl="0" indent="0" rtl="0">
              <a:buNone/>
            </a:pP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图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2.4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中的光强与主观亮度的关系曲线说明了这一特性。长实线代表视觉系统能够适应的光强范围。在明视觉中，这一范围约为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10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⁶级。由暗视觉渐变为明视觉的近似范围为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0.001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～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0.1mL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(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毫朗伯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)(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对数坐标中为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-3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～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-1mL),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 图中显示了适应曲线在这一范围内的两条分支。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3AAF8810-02A7-91F0-100D-3940D5B0F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CN" altLang="en-US" b="1" i="0" u="none" strike="noStrike" baseline="0">
                <a:solidFill>
                  <a:srgbClr val="0070C0"/>
                </a:solidFill>
                <a:latin typeface="+mn-lt"/>
                <a:ea typeface="+mn-ea"/>
                <a:cs typeface="+mn-ea"/>
                <a:sym typeface="+mn-lt"/>
              </a:rPr>
              <a:t>亮度适应与辨别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3007B66-70F6-ADB1-396C-C86C5343A1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2737" y="2608143"/>
            <a:ext cx="2838450" cy="3638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183137"/>
      </p:ext>
    </p:extLst>
  </p:cSld>
  <p:clrMapOvr>
    <a:masterClrMapping/>
  </p:clrMapOvr>
  <p:transition spd="slow" advTm="0"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5914663" y="2221637"/>
            <a:ext cx="5326558" cy="2414726"/>
            <a:chOff x="6133596" y="2292214"/>
            <a:chExt cx="5326558" cy="2414726"/>
          </a:xfrm>
        </p:grpSpPr>
        <p:sp>
          <p:nvSpPr>
            <p:cNvPr id="20" name="任意多边形: 形状 20"/>
            <p:cNvSpPr/>
            <p:nvPr userDrawn="1"/>
          </p:nvSpPr>
          <p:spPr>
            <a:xfrm>
              <a:off x="8109345" y="2292214"/>
              <a:ext cx="1400172" cy="1339375"/>
            </a:xfrm>
            <a:prstGeom prst="ellipse">
              <a:avLst/>
            </a:prstGeom>
            <a:solidFill>
              <a:srgbClr val="02B0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6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阿里巴巴普惠体" panose="00020600040101010101" pitchFamily="18" charset="-122"/>
                </a:rPr>
                <a:t>02</a:t>
              </a:r>
              <a:endParaRPr kumimoji="0" lang="zh-CN" altLang="en-US" sz="6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endParaRP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6133596" y="3937499"/>
              <a:ext cx="5326558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4400" b="1" dirty="0">
                  <a:solidFill>
                    <a:srgbClr val="0065C4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+mn-lt"/>
                </a:rPr>
                <a:t>光和电磁波谱</a:t>
              </a:r>
              <a:endParaRPr lang="zh-CN" altLang="en-US" sz="4400" b="1" dirty="0">
                <a:solidFill>
                  <a:srgbClr val="0065C4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17235534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46386A-E370-F407-7343-EA2F45929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CN" altLang="en-US" b="1" i="0" u="none" strike="noStrike" baseline="0" dirty="0">
                <a:solidFill>
                  <a:srgbClr val="0070C0"/>
                </a:solidFill>
                <a:latin typeface="+mn-lt"/>
                <a:ea typeface="+mn-ea"/>
                <a:cs typeface="+mn-ea"/>
                <a:sym typeface="+mn-lt"/>
              </a:rPr>
              <a:t>概述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D0305BF-EBC1-8AAD-0956-5A92D5FCE6E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01094" y="2432500"/>
            <a:ext cx="10589814" cy="3540427"/>
          </a:xfrm>
        </p:spPr>
        <p:txBody>
          <a:bodyPr/>
          <a:lstStyle/>
          <a:p>
            <a:pPr marL="0" marR="280" lvl="0" indent="0" rtl="0">
              <a:buNone/>
            </a:pP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如图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2.10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 所示，我们感知的可见光彩色范围只占电磁波的一小部分。波谱的一端是无线电波，其波长是可见光波长的几十亿倍。波谱的另一端是伽马射线，其波长比可见光的波长小几百万倍。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1.3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 节给出了在电磁波谱的大多数波段成像的例子。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6B89783-BB0A-F1B2-27D6-F62B3DC939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4805" y="3986767"/>
            <a:ext cx="5082390" cy="2723394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3EB1E966-48BF-C2CC-51C6-F08F25744425}"/>
              </a:ext>
            </a:extLst>
          </p:cNvPr>
          <p:cNvSpPr/>
          <p:nvPr/>
        </p:nvSpPr>
        <p:spPr>
          <a:xfrm>
            <a:off x="801092" y="2446417"/>
            <a:ext cx="10589815" cy="1424847"/>
          </a:xfrm>
          <a:prstGeom prst="rect">
            <a:avLst/>
          </a:prstGeom>
          <a:noFill/>
          <a:ln>
            <a:solidFill>
              <a:srgbClr val="0463C4">
                <a:alpha val="50000"/>
              </a:srgb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72724173"/>
      </p:ext>
    </p:extLst>
  </p:cSld>
  <p:clrMapOvr>
    <a:masterClrMapping/>
  </p:clrMapOvr>
  <p:transition spd="slow" advTm="0"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5724545" y="2221637"/>
            <a:ext cx="5731905" cy="2414726"/>
            <a:chOff x="5943478" y="2292214"/>
            <a:chExt cx="5731905" cy="2414726"/>
          </a:xfrm>
        </p:grpSpPr>
        <p:sp>
          <p:nvSpPr>
            <p:cNvPr id="20" name="任意多边形: 形状 20"/>
            <p:cNvSpPr/>
            <p:nvPr userDrawn="1"/>
          </p:nvSpPr>
          <p:spPr>
            <a:xfrm>
              <a:off x="8109345" y="2292214"/>
              <a:ext cx="1400172" cy="1339375"/>
            </a:xfrm>
            <a:prstGeom prst="ellipse">
              <a:avLst/>
            </a:prstGeom>
            <a:solidFill>
              <a:srgbClr val="02B0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6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阿里巴巴普惠体" panose="00020600040101010101" pitchFamily="18" charset="-122"/>
                </a:rPr>
                <a:t>03</a:t>
              </a:r>
              <a:endParaRPr kumimoji="0" lang="zh-CN" altLang="en-US" sz="6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endParaRP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5943478" y="3937499"/>
              <a:ext cx="5731905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4400" b="1" dirty="0">
                  <a:solidFill>
                    <a:srgbClr val="0065C4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+mn-lt"/>
                </a:rPr>
                <a:t>图像感知与获取</a:t>
              </a:r>
              <a:endParaRPr lang="zh-CN" altLang="en-US" sz="4400" b="1" dirty="0">
                <a:solidFill>
                  <a:srgbClr val="0065C4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33676785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B3B9EA-620E-C6EE-0FE5-BEDFFDA5F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CN" altLang="en-US" b="1" i="0" u="none" strike="noStrike" baseline="0" dirty="0">
                <a:solidFill>
                  <a:srgbClr val="0070C0"/>
                </a:solidFill>
                <a:latin typeface="+mn-lt"/>
                <a:ea typeface="+mn-ea"/>
                <a:cs typeface="+mn-ea"/>
                <a:sym typeface="+mn-lt"/>
              </a:rPr>
              <a:t>概述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08DD95-E55B-2524-AA25-95900166F8E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024732" y="2516808"/>
            <a:ext cx="6588852" cy="3230517"/>
          </a:xfrm>
        </p:spPr>
        <p:txBody>
          <a:bodyPr/>
          <a:lstStyle/>
          <a:p>
            <a:pPr marL="0" marR="280" lvl="0" indent="0" rtl="0">
              <a:buNone/>
            </a:pP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图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2.12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显示了将照射能量转换为数字图像的三种主要传感器配置。原理很简单：组合输入电能和传感器对正被检测能量类型的响应，将入射能量转换为电压。输出电压波形是传感器的响应，将传感器响应数字化，得到一个数字量。本节介绍图像感知和生成的主要方式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DB86222-5317-5574-76A9-8DC9DD321B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2577" y="2574930"/>
            <a:ext cx="3984859" cy="3671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377701"/>
      </p:ext>
    </p:extLst>
  </p:cSld>
  <p:clrMapOvr>
    <a:masterClrMapping/>
  </p:clrMapOvr>
  <p:transition spd="slow" advTm="0"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BFAED5-2774-D7E6-D909-D83DCDF0F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CN" altLang="en-US" b="1" i="0" u="none" strike="noStrike" baseline="0">
                <a:solidFill>
                  <a:srgbClr val="0070C0"/>
                </a:solidFill>
                <a:latin typeface="+mn-lt"/>
                <a:ea typeface="+mn-ea"/>
                <a:cs typeface="+mn-ea"/>
                <a:sym typeface="+mn-lt"/>
              </a:rPr>
              <a:t>使用单个传感器获取图像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8FC2B41-E3BC-3937-3EE5-FFC744E65AC7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pPr marL="0" marR="280" lvl="0" indent="0" rtl="0">
              <a:buNone/>
            </a:pP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图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2.12(a)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显示了单个传感器的组成。我们最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熟悉的这种传感器是光二极管，它由硅材料构成，输出是与光强成正比的电压。在传感器前面，使用一个滤光器改善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其选择性。例如，绿色光透射滤光器让彩色光谱中的绿色波段的光通过。因此，传感器输出的绿色光要比可见光谱中的其他分量强。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5099D45-A320-7F80-1128-B8D07A03BE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0936" y="4475043"/>
            <a:ext cx="4810125" cy="1771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5263939"/>
      </p:ext>
    </p:extLst>
  </p:cSld>
  <p:clrMapOvr>
    <a:masterClrMapping/>
  </p:clrMapOvr>
  <p:transition spd="slow" advTm="0"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880668-F59A-BCF5-FFBA-20604ED93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CN" altLang="en-US" b="1" i="0" u="none" strike="noStrike" baseline="0">
                <a:solidFill>
                  <a:srgbClr val="0070C0"/>
                </a:solidFill>
                <a:latin typeface="+mn-lt"/>
                <a:ea typeface="+mn-ea"/>
                <a:cs typeface="+mn-ea"/>
                <a:sym typeface="+mn-lt"/>
              </a:rPr>
              <a:t>使用条带传感器获取图像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59A071D-D377-A77B-9855-CB0268484AB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01094" y="2432500"/>
            <a:ext cx="6446730" cy="3540427"/>
          </a:xfrm>
        </p:spPr>
        <p:txBody>
          <a:bodyPr/>
          <a:lstStyle/>
          <a:p>
            <a:pPr marL="0" marR="280" lvl="0" indent="0" rtl="0">
              <a:buNone/>
            </a:pP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比单个传感器更常用的几何结构是内嵌式条带传感器，如图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2.12(b)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所示。条带在一个方向上提供成像传感器。垂直于条带的运动在另一个方向上成像，如图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2.14(a)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所示。这是大多数平板扫描仪使用的排列方式。感知设备可能内嵌有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4000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个或更多的传感器。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6CDD365-339F-23C4-2ACA-7A416A6C78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0825" y="2667716"/>
            <a:ext cx="4143082" cy="31720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43B3D22C-84EB-A6AD-7EA8-D0A18DDD11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0823" y="2984921"/>
            <a:ext cx="4143082" cy="2722860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2AD01B92-D816-7C1E-85D3-B81F2C6C97AC}"/>
              </a:ext>
            </a:extLst>
          </p:cNvPr>
          <p:cNvSpPr/>
          <p:nvPr/>
        </p:nvSpPr>
        <p:spPr>
          <a:xfrm>
            <a:off x="801092" y="2446417"/>
            <a:ext cx="10589815" cy="3540426"/>
          </a:xfrm>
          <a:prstGeom prst="rect">
            <a:avLst/>
          </a:prstGeom>
          <a:noFill/>
          <a:ln>
            <a:solidFill>
              <a:srgbClr val="0463C4">
                <a:alpha val="50000"/>
              </a:srgb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63947816"/>
      </p:ext>
    </p:extLst>
  </p:cSld>
  <p:clrMapOvr>
    <a:masterClrMapping/>
  </p:clrMapOvr>
  <p:transition spd="slow" advTm="0"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099BAF-F4D9-4A09-0AC8-EB75926A8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CN" altLang="en-US" b="1" i="0" u="none" strike="noStrike" baseline="0">
                <a:solidFill>
                  <a:srgbClr val="0070C0"/>
                </a:solidFill>
                <a:latin typeface="+mn-lt"/>
                <a:ea typeface="+mn-ea"/>
                <a:cs typeface="+mn-ea"/>
                <a:sym typeface="+mn-lt"/>
              </a:rPr>
              <a:t>使用阵列传感器获取图像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53E95FC-1225-D8FB-5FA1-4A60CFAD2B1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024732" y="2516808"/>
            <a:ext cx="6126288" cy="3230517"/>
          </a:xfrm>
        </p:spPr>
        <p:txBody>
          <a:bodyPr>
            <a:normAutofit/>
          </a:bodyPr>
          <a:lstStyle/>
          <a:p>
            <a:pPr marL="0" marR="280" lvl="0" indent="0" rtl="0">
              <a:buNone/>
            </a:pP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图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2.12(c)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显示了以二维阵列形式排列的各个感测元件。电磁波和超声波传感装置常以这种形式排列。这也是在数字摄像机中看到的主要排列方式。这些摄像机的典型传感器是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CCD(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电荷耦合器件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)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 阵列，这种阵列可制造成具有较宽范围的传感特性，并能封装成具有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4000×4000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或更多单元的稳定阵列 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0887797-D8B4-1415-EC5A-92E28A75BF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1019" y="2621213"/>
            <a:ext cx="3857625" cy="3438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315566"/>
      </p:ext>
    </p:extLst>
  </p:cSld>
  <p:clrMapOvr>
    <a:masterClrMapping/>
  </p:clrMapOvr>
  <p:transition spd="slow" advTm="0"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5914663" y="2221637"/>
            <a:ext cx="5326558" cy="2414726"/>
            <a:chOff x="6133596" y="2292214"/>
            <a:chExt cx="5326558" cy="2414726"/>
          </a:xfrm>
        </p:grpSpPr>
        <p:sp>
          <p:nvSpPr>
            <p:cNvPr id="20" name="任意多边形: 形状 20"/>
            <p:cNvSpPr/>
            <p:nvPr userDrawn="1"/>
          </p:nvSpPr>
          <p:spPr>
            <a:xfrm>
              <a:off x="8109345" y="2292214"/>
              <a:ext cx="1400172" cy="1339375"/>
            </a:xfrm>
            <a:prstGeom prst="ellipse">
              <a:avLst/>
            </a:prstGeom>
            <a:solidFill>
              <a:srgbClr val="02B0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6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阿里巴巴普惠体" panose="00020600040101010101" pitchFamily="18" charset="-122"/>
                </a:rPr>
                <a:t>04</a:t>
              </a:r>
              <a:endParaRPr kumimoji="0" lang="zh-CN" altLang="en-US" sz="6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endParaRP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6133596" y="3937499"/>
              <a:ext cx="5326558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4400" b="1" dirty="0">
                  <a:solidFill>
                    <a:srgbClr val="0065C4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+mn-lt"/>
                </a:rPr>
                <a:t>图像取样和量化</a:t>
              </a:r>
              <a:endParaRPr lang="zh-CN" altLang="en-US" sz="4400" b="1" dirty="0">
                <a:solidFill>
                  <a:srgbClr val="0065C4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91593051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18442E-56E0-308D-77E7-7593DA97F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CN" altLang="en-US" b="1" i="0" u="none" strike="noStrike" baseline="0">
                <a:solidFill>
                  <a:srgbClr val="0070C0"/>
                </a:solidFill>
                <a:latin typeface="+mn-lt"/>
                <a:ea typeface="+mn-ea"/>
                <a:cs typeface="+mn-ea"/>
                <a:sym typeface="+mn-lt"/>
              </a:rPr>
              <a:t>取样和量化的基本概念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9AF4D3C-E4D9-76BF-EE16-EF06CA03341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024732" y="2516808"/>
            <a:ext cx="6771732" cy="3230517"/>
          </a:xfrm>
        </p:spPr>
        <p:txBody>
          <a:bodyPr>
            <a:normAutofit/>
          </a:bodyPr>
          <a:lstStyle/>
          <a:p>
            <a:pPr marL="0" marR="280" lvl="0" indent="0" rtl="0">
              <a:buNone/>
            </a:pP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图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2.16(a)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显示了一幅连续图像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f,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 我们需要把它转换为数字形式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。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一幅图像的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x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坐标和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y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坐标是连续的，其幅度也是连续的。要将函数数字化，就要对该函数的坐标和幅度进行取样。对坐标值进行数字化称为取样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(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或采样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),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对幅度值进行数字化称为量化。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79AD8B0-24FA-17A8-BD8B-F6F188F426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2598" y="2518349"/>
            <a:ext cx="3080084" cy="3646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465408"/>
      </p:ext>
    </p:extLst>
  </p:cSld>
  <p:clrMapOvr>
    <a:masterClrMapping/>
  </p:clrMapOvr>
  <p:transition spd="slow" advTm="0">
    <p:wipe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18442E-56E0-308D-77E7-7593DA97F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CN" altLang="en-US" b="1" i="0" u="none" strike="noStrike" baseline="0">
                <a:solidFill>
                  <a:srgbClr val="0070C0"/>
                </a:solidFill>
                <a:latin typeface="+mn-lt"/>
                <a:ea typeface="+mn-ea"/>
                <a:cs typeface="+mn-ea"/>
                <a:sym typeface="+mn-lt"/>
              </a:rPr>
              <a:t>取样和量化的基本概念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9AF4D3C-E4D9-76BF-EE16-EF06CA03341C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>
            <a:normAutofit/>
          </a:bodyPr>
          <a:lstStyle/>
          <a:p>
            <a:pPr marL="0" marR="280" lvl="0" indent="0" rtl="0">
              <a:buNone/>
            </a:pP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图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2.16(b)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中的一维函数是图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2.16(a)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中沿线段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AB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 的连续图像的幅度值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(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灰度级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)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的曲线。随机变化是由图像噪声引起的。我们沿线段 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AB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 等间隔地对该函数取样，如图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2.16(c)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所示。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05C1F20-A57F-F6AC-2D0B-23DEE80812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0168" y="3573019"/>
            <a:ext cx="3592228" cy="259153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A0AC57B9-8F18-9988-79F5-8F0DDF258C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1431" y="3671167"/>
            <a:ext cx="3935932" cy="2575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9852209"/>
      </p:ext>
    </p:extLst>
  </p:cSld>
  <p:clrMapOvr>
    <a:masterClrMapping/>
  </p:clrMapOvr>
  <p:transition spd="slow" advTm="0">
    <p:wipe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18442E-56E0-308D-77E7-7593DA97F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CN" altLang="en-US" b="1" i="0" u="none" strike="noStrike" baseline="0">
                <a:solidFill>
                  <a:srgbClr val="0070C0"/>
                </a:solidFill>
                <a:latin typeface="+mn-lt"/>
                <a:ea typeface="+mn-ea"/>
                <a:cs typeface="+mn-ea"/>
                <a:sym typeface="+mn-lt"/>
              </a:rPr>
              <a:t>取样和量化的基本概念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9AF4D3C-E4D9-76BF-EE16-EF06CA03341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01093" y="2432500"/>
            <a:ext cx="5701362" cy="3540427"/>
          </a:xfrm>
        </p:spPr>
        <p:txBody>
          <a:bodyPr>
            <a:normAutofit/>
          </a:bodyPr>
          <a:lstStyle/>
          <a:p>
            <a:pPr marL="0" marR="280" lvl="0" indent="0" rtl="0">
              <a:buNone/>
            </a:pP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取样和量化生成的数字样本如图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2.16(d)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中的白色小方框所示。从连续图像的顶部开始向下逐行执行这一过程，就会产生一幅二维数字图像。图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2.16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表明，除所用的离散级数外，量化达到的精度高度依赖于取样信号中的噪声含量。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74E52A9-301C-11C1-5556-E8B62961EB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6888" y="2432500"/>
            <a:ext cx="4719586" cy="3536347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14E4D603-396C-B1AA-30D3-E05AA827BBF0}"/>
              </a:ext>
            </a:extLst>
          </p:cNvPr>
          <p:cNvSpPr/>
          <p:nvPr/>
        </p:nvSpPr>
        <p:spPr>
          <a:xfrm>
            <a:off x="801092" y="2446417"/>
            <a:ext cx="10589815" cy="3540426"/>
          </a:xfrm>
          <a:prstGeom prst="rect">
            <a:avLst/>
          </a:prstGeom>
          <a:noFill/>
          <a:ln>
            <a:solidFill>
              <a:srgbClr val="0463C4">
                <a:alpha val="50000"/>
              </a:srgb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64833341"/>
      </p:ext>
    </p:extLst>
  </p:cSld>
  <p:clrMapOvr>
    <a:masterClrMapping/>
  </p:clrMapOvr>
  <p:transition spd="slow" advTm="0">
    <p:wipe dir="r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A5A769-7BB5-6DEB-2CDE-FA70B124A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CN" altLang="en-US" b="1" i="0" u="none" strike="noStrike" baseline="0">
                <a:solidFill>
                  <a:srgbClr val="0070C0"/>
                </a:solidFill>
                <a:latin typeface="+mn-lt"/>
                <a:ea typeface="+mn-ea"/>
                <a:cs typeface="+mn-ea"/>
                <a:sym typeface="+mn-lt"/>
              </a:rPr>
              <a:t>数字图像表示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69F5D24-6CC5-9972-4062-47AB7BD0268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01094" y="2432500"/>
            <a:ext cx="5975092" cy="3540427"/>
          </a:xfrm>
        </p:spPr>
        <p:txBody>
          <a:bodyPr>
            <a:normAutofit/>
          </a:bodyPr>
          <a:lstStyle/>
          <a:p>
            <a:pPr marL="0" marR="280" lvl="0" indent="0" rtl="0">
              <a:buNone/>
            </a:pP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图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2.18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显示了表示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f(</a:t>
            </a:r>
            <a:r>
              <a:rPr lang="en-US" altLang="zh-CN" b="0" i="0" u="none" strike="noStrike" baseline="0" dirty="0" err="1">
                <a:solidFill>
                  <a:srgbClr val="000000"/>
                </a:solidFill>
                <a:cs typeface="+mn-ea"/>
                <a:sym typeface="+mn-lt"/>
              </a:rPr>
              <a:t>x,y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)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 的三种方法。图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2.18(a)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是一幅函数图，它用两个坐标轴决定空间位置， 用第三个坐标轴决定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f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 的值，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f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 是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x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和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y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的函数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。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在处理元素以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(</a:t>
            </a:r>
            <a:r>
              <a:rPr lang="en-US" altLang="zh-CN" b="0" i="0" u="none" strike="noStrike" baseline="0" dirty="0" err="1">
                <a:solidFill>
                  <a:srgbClr val="000000"/>
                </a:solidFill>
                <a:cs typeface="+mn-ea"/>
                <a:sym typeface="+mn-lt"/>
              </a:rPr>
              <a:t>x,y,z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)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形式表达的灰度集时，这种表示是很有用的，其中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x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和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y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是空间坐标， 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z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 是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f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在坐标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(</a:t>
            </a:r>
            <a:r>
              <a:rPr lang="en-US" altLang="zh-CN" b="0" i="0" u="none" strike="noStrike" baseline="0" dirty="0" err="1">
                <a:solidFill>
                  <a:srgbClr val="000000"/>
                </a:solidFill>
                <a:cs typeface="+mn-ea"/>
                <a:sym typeface="+mn-lt"/>
              </a:rPr>
              <a:t>x,y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)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处的值。图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2.18(b)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的表示更常见，它表示的是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f(</a:t>
            </a:r>
            <a:r>
              <a:rPr lang="en-US" altLang="zh-CN" b="0" i="0" u="none" strike="noStrike" baseline="0" dirty="0" err="1">
                <a:solidFill>
                  <a:srgbClr val="000000"/>
                </a:solidFill>
                <a:cs typeface="+mn-ea"/>
                <a:sym typeface="+mn-lt"/>
              </a:rPr>
              <a:t>x,y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)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 出现在计算机显示器或照片上的情况。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199CA1F-7BD8-433D-81A6-CCBFDBF18B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6958" y="2446418"/>
            <a:ext cx="4418586" cy="3540426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16E2572C-9B6E-BC46-B929-3B8935BA297A}"/>
              </a:ext>
            </a:extLst>
          </p:cNvPr>
          <p:cNvSpPr/>
          <p:nvPr/>
        </p:nvSpPr>
        <p:spPr>
          <a:xfrm>
            <a:off x="801092" y="2446417"/>
            <a:ext cx="10589815" cy="3540426"/>
          </a:xfrm>
          <a:prstGeom prst="rect">
            <a:avLst/>
          </a:prstGeom>
          <a:noFill/>
          <a:ln>
            <a:solidFill>
              <a:srgbClr val="0463C4">
                <a:alpha val="50000"/>
              </a:srgb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11439007"/>
      </p:ext>
    </p:extLst>
  </p:cSld>
  <p:clrMapOvr>
    <a:masterClrMapping/>
  </p:clrMapOvr>
  <p:transition spd="slow" advTm="0">
    <p:wipe dir="r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9ECA76-C57A-5E4D-C77A-E81644298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CN" altLang="en-US" b="1" i="0" u="none" strike="noStrike" baseline="0">
                <a:solidFill>
                  <a:srgbClr val="0070C0"/>
                </a:solidFill>
                <a:latin typeface="+mn-lt"/>
                <a:ea typeface="+mn-ea"/>
                <a:cs typeface="+mn-ea"/>
                <a:sym typeface="+mn-lt"/>
              </a:rPr>
              <a:t>线性索引和坐标索引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D7962ED-8BF8-9932-483A-4ADB957A76D3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pPr marL="0" marR="280" lvl="0" indent="0" rtl="0">
              <a:buNone/>
            </a:pP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图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2.22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说明了列扫描线性索引的原理，即从原点开始，先向下反向右逐列扫描图像。线性索引基于我们以图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2.22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所示的方式扫描一幅图像时对像素的计数。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5D3D237-16D3-4722-FDE9-A7FB234FA8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7086" y="3477125"/>
            <a:ext cx="5457825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975843"/>
      </p:ext>
    </p:extLst>
  </p:cSld>
  <p:clrMapOvr>
    <a:masterClrMapping/>
  </p:clrMapOvr>
  <p:transition spd="slow" advTm="0">
    <p:wipe dir="r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D97A7D-21CA-668D-60E3-86DB2CC9F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CN" altLang="en-US" b="1" i="0" u="none" strike="noStrike" baseline="0">
                <a:solidFill>
                  <a:srgbClr val="0070C0"/>
                </a:solidFill>
                <a:latin typeface="+mn-lt"/>
                <a:ea typeface="+mn-ea"/>
                <a:cs typeface="+mn-ea"/>
                <a:sym typeface="+mn-lt"/>
              </a:rPr>
              <a:t>空间分辨率和灰度分辨率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605D329-7F81-8385-A596-B583E4976668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Autofit/>
          </a:bodyPr>
          <a:lstStyle/>
          <a:p>
            <a:pPr marR="280" lvl="0" rtl="0"/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空间分辨率是图像中最小可辨别细节的测度。我们可用几种方式来定量地说明空间分辨率，其中单位距离的线对数和单位距离的点数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(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像素数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)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是最常用的测度。假设我们用交替出现的黑色和白色垂线构造一幅图形，其中每条垂线的线宽为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W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单位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(W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可以小于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1)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。于是，线对的宽度是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2W,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单位距离内有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W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/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2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个线对。</a:t>
            </a:r>
            <a:endParaRPr lang="en-US" altLang="zh-CN" b="0" i="0" u="none" strike="noStrike" baseline="0" dirty="0">
              <a:solidFill>
                <a:srgbClr val="000000"/>
              </a:solidFill>
              <a:cs typeface="+mn-ea"/>
              <a:sym typeface="+mn-lt"/>
            </a:endParaRPr>
          </a:p>
          <a:p>
            <a:pPr marR="280" lvl="0" rtl="0"/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广泛使用的图像分辨率的定义是单位距离内可分辨的最大线对数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(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如每毫米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100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个线对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)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。点数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/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单位距离是印刷和出版业中常用的图像分辨率的测度。在美国，这一测度通常使用点数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/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英寸 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(dpi)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 表示。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544CEF9-49D9-03F1-6B58-7E2763904AB5}"/>
              </a:ext>
            </a:extLst>
          </p:cNvPr>
          <p:cNvSpPr/>
          <p:nvPr/>
        </p:nvSpPr>
        <p:spPr>
          <a:xfrm>
            <a:off x="801092" y="2446417"/>
            <a:ext cx="10589815" cy="3540426"/>
          </a:xfrm>
          <a:prstGeom prst="rect">
            <a:avLst/>
          </a:prstGeom>
          <a:noFill/>
          <a:ln>
            <a:solidFill>
              <a:srgbClr val="0463C4">
                <a:alpha val="50000"/>
              </a:srgb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60113571"/>
      </p:ext>
    </p:extLst>
  </p:cSld>
  <p:clrMapOvr>
    <a:masterClrMapping/>
  </p:clrMapOvr>
  <p:transition spd="slow" advTm="0">
    <p:wipe dir="r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A7C605-D5D9-D853-CC48-F309ADE87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CN" altLang="en-US" b="1" i="0" u="none" strike="noStrike" baseline="0">
                <a:solidFill>
                  <a:srgbClr val="0070C0"/>
                </a:solidFill>
                <a:latin typeface="+mn-lt"/>
                <a:ea typeface="+mn-ea"/>
                <a:cs typeface="+mn-ea"/>
                <a:sym typeface="+mn-lt"/>
              </a:rPr>
              <a:t>图像内插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A451FFD-C318-904E-37F9-BCFB0FC4E7FF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Autofit/>
          </a:bodyPr>
          <a:lstStyle/>
          <a:p>
            <a:pPr marR="280" lvl="0" rtl="0"/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内插是用已知数据来估计未知位置的值的过程。下面用一个简单的例子开始这一主题的探讨。假设大小为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500×500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像素的一幅图像要放大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1.5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倍，即放大到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750×750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像素。 一种简单的放大方法是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，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创建一个大小为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750×750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像素的假想网格，网格的像素间隔完全与原图像的像素间隔相同，然后收缩网格，使它完全与原图像重叠。</a:t>
            </a:r>
            <a:endParaRPr lang="en-US" altLang="zh-CN" b="0" i="0" u="none" strike="noStrike" baseline="0" dirty="0">
              <a:solidFill>
                <a:srgbClr val="000000"/>
              </a:solidFill>
              <a:cs typeface="+mn-ea"/>
              <a:sym typeface="+mn-lt"/>
            </a:endParaRPr>
          </a:p>
          <a:p>
            <a:pPr marR="280" lvl="0" rtl="0"/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显然，收缩后的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750×750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网格的像素间隔要小于原图像的像素间隔。 为了对上覆图像中的每个点赋灰度值，我们在下伏原图像中找到最接近的像素，并把该像素的灰度赋给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750×750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网格中的新像素。为上覆网格中的所有点赋灰度值后，可将图像展开到指定的大小，得到放大后的图像。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7577515-8124-B391-B81C-DD2A26CF96CC}"/>
              </a:ext>
            </a:extLst>
          </p:cNvPr>
          <p:cNvSpPr/>
          <p:nvPr/>
        </p:nvSpPr>
        <p:spPr>
          <a:xfrm>
            <a:off x="801092" y="2446416"/>
            <a:ext cx="10589815" cy="3800379"/>
          </a:xfrm>
          <a:prstGeom prst="rect">
            <a:avLst/>
          </a:prstGeom>
          <a:noFill/>
          <a:ln>
            <a:solidFill>
              <a:srgbClr val="0463C4">
                <a:alpha val="50000"/>
              </a:srgb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93637255"/>
      </p:ext>
    </p:extLst>
  </p:cSld>
  <p:clrMapOvr>
    <a:masterClrMapping/>
  </p:clrMapOvr>
  <p:transition spd="slow" advTm="0">
    <p:wipe dir="r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5705295" y="2221637"/>
            <a:ext cx="5770406" cy="2414726"/>
            <a:chOff x="5924228" y="2292214"/>
            <a:chExt cx="5770406" cy="2414726"/>
          </a:xfrm>
        </p:grpSpPr>
        <p:sp>
          <p:nvSpPr>
            <p:cNvPr id="20" name="任意多边形: 形状 20"/>
            <p:cNvSpPr/>
            <p:nvPr userDrawn="1"/>
          </p:nvSpPr>
          <p:spPr>
            <a:xfrm>
              <a:off x="8109345" y="2292214"/>
              <a:ext cx="1400172" cy="1339375"/>
            </a:xfrm>
            <a:prstGeom prst="ellipse">
              <a:avLst/>
            </a:prstGeom>
            <a:solidFill>
              <a:srgbClr val="02B0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6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阿里巴巴普惠体" panose="00020600040101010101" pitchFamily="18" charset="-122"/>
                </a:rPr>
                <a:t>05</a:t>
              </a:r>
              <a:endParaRPr kumimoji="0" lang="zh-CN" altLang="en-US" sz="6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endParaRP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5924228" y="3937499"/>
              <a:ext cx="577040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4400" b="1" dirty="0">
                  <a:solidFill>
                    <a:srgbClr val="0065C4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+mn-lt"/>
                </a:rPr>
                <a:t>像素间的一些基本关系</a:t>
              </a:r>
              <a:endParaRPr lang="zh-CN" altLang="en-US" sz="4400" b="1" dirty="0">
                <a:solidFill>
                  <a:srgbClr val="0065C4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19654717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4C61A1-7240-2CA6-1A2D-679C933CA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CN" altLang="en-US" b="1" i="0" u="none" strike="noStrike" baseline="0">
                <a:solidFill>
                  <a:srgbClr val="0070C0"/>
                </a:solidFill>
                <a:latin typeface="+mn-lt"/>
                <a:ea typeface="+mn-ea"/>
                <a:cs typeface="+mn-ea"/>
                <a:sym typeface="+mn-lt"/>
              </a:rPr>
              <a:t>像素的相邻像素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3342014-0154-CDEC-989F-A858DAB40AF1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Autofit/>
          </a:bodyPr>
          <a:lstStyle/>
          <a:p>
            <a:pPr marL="0" marR="280" lvl="0" indent="0" rtl="0">
              <a:buNone/>
            </a:pP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坐标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(</a:t>
            </a:r>
            <a:r>
              <a:rPr lang="en-US" altLang="zh-CN" b="0" i="0" u="none" strike="noStrike" baseline="0" dirty="0" err="1">
                <a:solidFill>
                  <a:srgbClr val="000000"/>
                </a:solidFill>
                <a:cs typeface="+mn-ea"/>
                <a:sym typeface="+mn-lt"/>
              </a:rPr>
              <a:t>x,y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)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 处的像素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p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有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2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个水平的相邻像素和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2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个垂直的相邻像素，它们的坐标是</a:t>
            </a:r>
          </a:p>
          <a:p>
            <a:pPr marL="0" marR="280" lvl="0" indent="0" rtl="0">
              <a:buNone/>
            </a:pPr>
            <a:endParaRPr lang="en-US" altLang="zh-CN" b="0" i="0" u="none" strike="noStrike" baseline="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0" marR="280" lvl="0" indent="0" rtl="0">
              <a:buNone/>
            </a:pP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这组像素称为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p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的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4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邻域，用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N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₄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(p)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表示。</a:t>
            </a:r>
          </a:p>
          <a:p>
            <a:pPr marL="0" marR="280" lvl="0" indent="0" rtl="0">
              <a:buNone/>
            </a:pP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p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的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4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个对角相邻像素的坐标是</a:t>
            </a:r>
          </a:p>
          <a:p>
            <a:pPr marL="0" marR="280" lvl="0" indent="0" rtl="0">
              <a:buNone/>
            </a:pPr>
            <a:endParaRPr lang="zh-CN" altLang="en-US" b="0" i="0" u="none" strike="noStrike" baseline="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0" marR="280" lvl="0" indent="0" rtl="0">
              <a:buNone/>
            </a:pP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用 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N</a:t>
            </a:r>
            <a:r>
              <a:rPr lang="en-US" altLang="zh-CN" sz="1100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D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(p)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表示。这些相邻像素和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4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邻域合称为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p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的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8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邻域，用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N</a:t>
            </a:r>
            <a:r>
              <a:rPr lang="en-US" altLang="zh-CN" sz="1100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8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(p)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 表示。点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p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的相邻像素的图像位置集称为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p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的邻域。如果一个邻域包含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p,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 那么称该邻域为闭邻域，否则称该邻域为开邻域。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62E756A-0254-6BCC-3DF3-17106E5A40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4354" y="3077377"/>
            <a:ext cx="4203290" cy="42862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1288EF9-9A03-760B-27E1-99BCF27160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8136" y="4873600"/>
            <a:ext cx="3895725" cy="428625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4E16CDEE-D83D-7594-54F6-36639702D7C4}"/>
              </a:ext>
            </a:extLst>
          </p:cNvPr>
          <p:cNvSpPr/>
          <p:nvPr/>
        </p:nvSpPr>
        <p:spPr>
          <a:xfrm>
            <a:off x="801092" y="2446417"/>
            <a:ext cx="10589815" cy="3941570"/>
          </a:xfrm>
          <a:prstGeom prst="rect">
            <a:avLst/>
          </a:prstGeom>
          <a:noFill/>
          <a:ln>
            <a:solidFill>
              <a:srgbClr val="0463C4">
                <a:alpha val="50000"/>
              </a:srgb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68190497"/>
      </p:ext>
    </p:extLst>
  </p:cSld>
  <p:clrMapOvr>
    <a:masterClrMapping/>
  </p:clrMapOvr>
  <p:transition spd="slow" advTm="0">
    <p:wipe dir="r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46BFFE-5257-C0B3-607B-3844C6DEF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CN" altLang="en-US" b="1" i="0" u="none" strike="noStrike" baseline="0">
                <a:solidFill>
                  <a:srgbClr val="0070C0"/>
                </a:solidFill>
                <a:latin typeface="+mn-lt"/>
                <a:ea typeface="+mn-ea"/>
                <a:cs typeface="+mn-ea"/>
                <a:sym typeface="+mn-lt"/>
              </a:rPr>
              <a:t>邻接、连通、区域和边界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88017A8-0326-03A1-589D-3681824C7DE4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Autofit/>
          </a:bodyPr>
          <a:lstStyle/>
          <a:p>
            <a:pPr marL="0" marR="280" lvl="0" indent="0" rtl="0">
              <a:buNone/>
            </a:pP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令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V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是用于定义邻接的灰度值集合。在二值图像中，指值为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1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的像素的邻接时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，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V={1}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。在灰度图像中，这一概念相同，但集合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V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通常包含更多的元素。考虑三种类型的邻接：</a:t>
            </a:r>
          </a:p>
          <a:p>
            <a:pPr marL="0" marR="280" lvl="0" indent="0" rtl="0">
              <a:buNone/>
            </a:pP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1.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4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邻接。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q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在集合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N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₄ 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(p)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中时，值在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V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中的两个像素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p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和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q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是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4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邻接的。</a:t>
            </a:r>
          </a:p>
          <a:p>
            <a:pPr marL="0" marR="280" lvl="0" indent="0" rtl="0">
              <a:buNone/>
            </a:pP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2.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8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邻接。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q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在集合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N</a:t>
            </a:r>
            <a:r>
              <a:rPr lang="en-US" altLang="zh-CN" sz="1100" dirty="0">
                <a:solidFill>
                  <a:srgbClr val="000000"/>
                </a:solidFill>
                <a:cs typeface="+mn-ea"/>
                <a:sym typeface="+mn-lt"/>
              </a:rPr>
              <a:t>8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(p)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中时，值在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V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中的两个像素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p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和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q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是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8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邻接的。</a:t>
            </a:r>
          </a:p>
          <a:p>
            <a:pPr marL="0" marR="280" lvl="0" indent="0" rtl="0">
              <a:buNone/>
            </a:pP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3.m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 邻接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(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也称混合邻接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)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。如果</a:t>
            </a:r>
          </a:p>
          <a:p>
            <a:pPr marL="0" marR="280" lvl="0" indent="0" rtl="0">
              <a:buNone/>
            </a:pP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(a)q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 在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N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₄ 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(p)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中，或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(b)q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在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N</a:t>
            </a:r>
            <a:r>
              <a:rPr lang="en-US" altLang="zh-CN" sz="1100" dirty="0">
                <a:solidFill>
                  <a:srgbClr val="000000"/>
                </a:solidFill>
                <a:cs typeface="+mn-ea"/>
                <a:sym typeface="+mn-lt"/>
              </a:rPr>
              <a:t>D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(p)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中，且集合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N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₄ 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(p)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∩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N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₄ 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(q)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中没有值在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V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 中的像素，那么值在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V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 中的两个像素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p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和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q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是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m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邻接的。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AE938DA-5B85-B225-3C37-67EEDBA0AD5B}"/>
              </a:ext>
            </a:extLst>
          </p:cNvPr>
          <p:cNvSpPr/>
          <p:nvPr/>
        </p:nvSpPr>
        <p:spPr>
          <a:xfrm>
            <a:off x="801092" y="2446417"/>
            <a:ext cx="10589815" cy="3781128"/>
          </a:xfrm>
          <a:prstGeom prst="rect">
            <a:avLst/>
          </a:prstGeom>
          <a:noFill/>
          <a:ln>
            <a:solidFill>
              <a:srgbClr val="0463C4">
                <a:alpha val="50000"/>
              </a:srgb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9641035"/>
      </p:ext>
    </p:extLst>
  </p:cSld>
  <p:clrMapOvr>
    <a:masterClrMapping/>
  </p:clrMapOvr>
  <p:transition spd="slow" advTm="0">
    <p:wipe dir="r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BF8C14-CCC6-E11C-EA76-32CCB4AE5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CN" altLang="en-US" b="1" i="0" u="none" strike="noStrike" baseline="0">
                <a:solidFill>
                  <a:srgbClr val="0070C0"/>
                </a:solidFill>
                <a:latin typeface="+mn-lt"/>
                <a:ea typeface="+mn-ea"/>
                <a:cs typeface="+mn-ea"/>
                <a:sym typeface="+mn-lt"/>
              </a:rPr>
              <a:t>距离测度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8ED57FA-7A59-BE61-2A9E-9CD4B2349ABA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>
            <a:noAutofit/>
          </a:bodyPr>
          <a:lstStyle/>
          <a:p>
            <a:pPr marL="0" marR="280" lvl="0" indent="0" rtl="0">
              <a:buNone/>
            </a:pP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对于坐标分别为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(</a:t>
            </a:r>
            <a:r>
              <a:rPr lang="en-US" altLang="zh-CN" b="0" i="0" u="none" strike="noStrike" baseline="0" dirty="0" err="1">
                <a:solidFill>
                  <a:srgbClr val="000000"/>
                </a:solidFill>
                <a:cs typeface="+mn-ea"/>
                <a:sym typeface="+mn-lt"/>
              </a:rPr>
              <a:t>x,y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),(</a:t>
            </a:r>
            <a:r>
              <a:rPr lang="en-US" altLang="zh-CN" b="0" i="0" u="none" strike="noStrike" baseline="0" dirty="0" err="1">
                <a:solidFill>
                  <a:srgbClr val="000000"/>
                </a:solidFill>
                <a:cs typeface="+mn-ea"/>
                <a:sym typeface="+mn-lt"/>
              </a:rPr>
              <a:t>u,v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)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和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(</a:t>
            </a:r>
            <a:r>
              <a:rPr lang="en-US" altLang="zh-CN" b="0" i="0" u="none" strike="noStrike" baseline="0" dirty="0" err="1">
                <a:solidFill>
                  <a:srgbClr val="000000"/>
                </a:solidFill>
                <a:cs typeface="+mn-ea"/>
                <a:sym typeface="+mn-lt"/>
              </a:rPr>
              <a:t>w,z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)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的像素</a:t>
            </a:r>
            <a:r>
              <a:rPr lang="en-US" altLang="zh-CN" b="0" i="0" u="none" strike="noStrike" baseline="0" dirty="0" err="1">
                <a:solidFill>
                  <a:srgbClr val="000000"/>
                </a:solidFill>
                <a:cs typeface="+mn-ea"/>
                <a:sym typeface="+mn-lt"/>
              </a:rPr>
              <a:t>p,q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和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s,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 如果</a:t>
            </a:r>
          </a:p>
          <a:p>
            <a:pPr marL="0" marR="280" lvl="0" indent="0" rtl="0">
              <a:buNone/>
            </a:pP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(a)D(</a:t>
            </a:r>
            <a:r>
              <a:rPr lang="en-US" altLang="zh-CN" b="0" i="0" u="none" strike="noStrike" baseline="0" dirty="0" err="1">
                <a:solidFill>
                  <a:srgbClr val="000000"/>
                </a:solidFill>
                <a:cs typeface="+mn-ea"/>
                <a:sym typeface="+mn-lt"/>
              </a:rPr>
              <a:t>p,q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)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≥</a:t>
            </a:r>
            <a:r>
              <a:rPr lang="fr-FR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0[D(p,q)=0,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  当且仅当 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p=q],</a:t>
            </a:r>
          </a:p>
          <a:p>
            <a:pPr marL="0" marR="280" lvl="0" indent="0" rtl="0">
              <a:buNone/>
            </a:pPr>
            <a:r>
              <a:rPr lang="fr-FR" altLang="zh-CN" b="0" i="0" u="none" strike="noStrike" baseline="0" dirty="0">
                <a:cs typeface="+mn-ea"/>
                <a:sym typeface="+mn-lt"/>
              </a:rPr>
              <a:t>(b)D(p,q)=D(q,p)</a:t>
            </a:r>
            <a:r>
              <a:rPr lang="zh-CN" altLang="en-US" b="0" i="0" u="none" strike="noStrike" baseline="0" dirty="0">
                <a:cs typeface="+mn-ea"/>
                <a:sym typeface="+mn-lt"/>
              </a:rPr>
              <a:t> 且</a:t>
            </a:r>
          </a:p>
          <a:p>
            <a:pPr marL="0" marR="280" lvl="0" indent="0" rtl="0">
              <a:buNone/>
            </a:pPr>
            <a:r>
              <a:rPr lang="en-US" altLang="zh-CN" b="0" i="0" u="none" strike="noStrike" baseline="0" dirty="0">
                <a:cs typeface="+mn-ea"/>
                <a:sym typeface="+mn-lt"/>
              </a:rPr>
              <a:t>(c)D(</a:t>
            </a:r>
            <a:r>
              <a:rPr lang="en-US" altLang="zh-CN" b="0" i="0" u="none" strike="noStrike" baseline="0" dirty="0" err="1">
                <a:cs typeface="+mn-ea"/>
                <a:sym typeface="+mn-lt"/>
              </a:rPr>
              <a:t>p,s</a:t>
            </a:r>
            <a:r>
              <a:rPr lang="en-US" altLang="zh-CN" b="0" i="0" u="none" strike="noStrike" baseline="0" dirty="0">
                <a:cs typeface="+mn-ea"/>
                <a:sym typeface="+mn-lt"/>
              </a:rPr>
              <a:t>)</a:t>
            </a:r>
            <a:r>
              <a:rPr lang="zh-CN" altLang="en-US" b="0" i="0" u="none" strike="noStrike" baseline="0" dirty="0">
                <a:cs typeface="+mn-ea"/>
                <a:sym typeface="+mn-lt"/>
              </a:rPr>
              <a:t>≤</a:t>
            </a:r>
            <a:r>
              <a:rPr lang="en-US" altLang="zh-CN" b="0" i="0" u="none" strike="noStrike" baseline="0" dirty="0">
                <a:cs typeface="+mn-ea"/>
                <a:sym typeface="+mn-lt"/>
              </a:rPr>
              <a:t>D(</a:t>
            </a:r>
            <a:r>
              <a:rPr lang="en-US" altLang="zh-CN" b="0" i="0" u="none" strike="noStrike" baseline="0" dirty="0" err="1">
                <a:cs typeface="+mn-ea"/>
                <a:sym typeface="+mn-lt"/>
              </a:rPr>
              <a:t>p,q</a:t>
            </a:r>
            <a:r>
              <a:rPr lang="en-US" altLang="zh-CN" b="0" i="0" u="none" strike="noStrike" baseline="0" dirty="0">
                <a:cs typeface="+mn-ea"/>
                <a:sym typeface="+mn-lt"/>
              </a:rPr>
              <a:t>)+D(</a:t>
            </a:r>
            <a:r>
              <a:rPr lang="en-US" altLang="zh-CN" b="0" i="0" u="none" strike="noStrike" baseline="0" dirty="0" err="1">
                <a:cs typeface="+mn-ea"/>
                <a:sym typeface="+mn-lt"/>
              </a:rPr>
              <a:t>q,s</a:t>
            </a:r>
            <a:r>
              <a:rPr lang="en-US" altLang="zh-CN" b="0" i="0" u="none" strike="noStrike" baseline="0" dirty="0">
                <a:cs typeface="+mn-ea"/>
                <a:sym typeface="+mn-lt"/>
              </a:rPr>
              <a:t>),</a:t>
            </a:r>
          </a:p>
          <a:p>
            <a:pPr marL="0" marR="280" lvl="0" indent="0" rtl="0">
              <a:buNone/>
            </a:pP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则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D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是一个距离函数或距离测度。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p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 和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q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 之间的欧几里得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(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欧氏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)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距离定义为</a:t>
            </a:r>
            <a:endParaRPr lang="en-US" altLang="zh-CN" b="0" i="0" u="none" strike="noStrike" baseline="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0" marR="280" lvl="0" indent="0" rtl="0">
              <a:buNone/>
            </a:pPr>
            <a:endParaRPr lang="zh-CN" altLang="en-US" b="0" i="0" u="none" strike="noStrike" baseline="0" dirty="0">
              <a:solidFill>
                <a:srgbClr val="000000"/>
              </a:solidFill>
              <a:cs typeface="+mn-ea"/>
              <a:sym typeface="+mn-lt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B45AFF7-D3B6-4D2F-B804-85A9349F5E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8202" y="5302225"/>
            <a:ext cx="3275595" cy="582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0875716"/>
      </p:ext>
    </p:extLst>
  </p:cSld>
  <p:clrMapOvr>
    <a:masterClrMapping/>
  </p:clrMapOvr>
  <p:transition spd="slow" advTm="0">
    <p:wipe dir="r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5914663" y="2221637"/>
            <a:ext cx="5326558" cy="3091835"/>
            <a:chOff x="6133596" y="2292214"/>
            <a:chExt cx="5326558" cy="3091835"/>
          </a:xfrm>
        </p:grpSpPr>
        <p:sp>
          <p:nvSpPr>
            <p:cNvPr id="20" name="任意多边形: 形状 20"/>
            <p:cNvSpPr/>
            <p:nvPr userDrawn="1"/>
          </p:nvSpPr>
          <p:spPr>
            <a:xfrm>
              <a:off x="8109345" y="2292214"/>
              <a:ext cx="1400172" cy="1339375"/>
            </a:xfrm>
            <a:prstGeom prst="ellipse">
              <a:avLst/>
            </a:prstGeom>
            <a:solidFill>
              <a:srgbClr val="02B0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6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阿里巴巴普惠体" panose="00020600040101010101" pitchFamily="18" charset="-122"/>
                </a:rPr>
                <a:t>06</a:t>
              </a:r>
              <a:endParaRPr kumimoji="0" lang="zh-CN" altLang="en-US" sz="6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endParaRP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6133596" y="3937499"/>
              <a:ext cx="5326558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4400" b="1" dirty="0">
                  <a:solidFill>
                    <a:srgbClr val="0065C4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+mn-lt"/>
                </a:rPr>
                <a:t>数字图像处理所用的基本数学工具介绍</a:t>
              </a:r>
              <a:endParaRPr lang="zh-CN" altLang="en-US" sz="4400" b="1" dirty="0">
                <a:solidFill>
                  <a:srgbClr val="0065C4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07829839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F41FE3-3E7B-7E96-88E0-65904B7A2A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CN" altLang="en-US" b="1" i="0" u="none" strike="noStrike" baseline="0">
                <a:solidFill>
                  <a:srgbClr val="0070C0"/>
                </a:solidFill>
                <a:latin typeface="+mn-lt"/>
                <a:ea typeface="+mn-ea"/>
                <a:cs typeface="+mn-ea"/>
                <a:sym typeface="+mn-lt"/>
              </a:rPr>
              <a:t>对应元素运算和矩阵运算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5DE1B14-95FF-538A-C871-6134773AD0EF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Autofit/>
          </a:bodyPr>
          <a:lstStyle/>
          <a:p>
            <a:pPr marL="0" marR="280" lvl="0" indent="0" rtl="0">
              <a:buNone/>
            </a:pP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涉及一幅或多幅图像的对应元素运算是逐个像素执行的。</a:t>
            </a:r>
          </a:p>
          <a:p>
            <a:pPr marL="0" marR="280" lvl="0" indent="0" rtl="0">
              <a:buNone/>
            </a:pP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这两幅图像的对应元素的积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(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常用符号◎或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×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表示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)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是</a:t>
            </a:r>
            <a:endParaRPr lang="en-US" altLang="zh-CN" b="0" i="0" u="none" strike="noStrike" baseline="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0" marR="280" lvl="0" indent="0" rtl="0">
              <a:buNone/>
            </a:pPr>
            <a:endParaRPr lang="zh-CN" altLang="en-US" b="0" i="0" u="none" strike="noStrike" baseline="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0" marR="280" lvl="0" indent="0" rtl="0">
              <a:buNone/>
            </a:pP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也就是说，对应元素的积是由一对对应像素相乘得到的。另一方面，图像的矩阵乘积是用如下矩阵乘法规则得到的：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53E1090-BA45-3575-F4F0-49DB6B2B5F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2473" y="3659788"/>
            <a:ext cx="3067050" cy="54292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5C4C779A-1340-0E44-F084-FEE6CB9746E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7766"/>
          <a:stretch/>
        </p:blipFill>
        <p:spPr>
          <a:xfrm>
            <a:off x="4119560" y="5302225"/>
            <a:ext cx="3952875" cy="614964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B1E1478C-AF8C-F636-AF01-35B15239361C}"/>
              </a:ext>
            </a:extLst>
          </p:cNvPr>
          <p:cNvSpPr/>
          <p:nvPr/>
        </p:nvSpPr>
        <p:spPr>
          <a:xfrm>
            <a:off x="801092" y="2446417"/>
            <a:ext cx="10589815" cy="3540426"/>
          </a:xfrm>
          <a:prstGeom prst="rect">
            <a:avLst/>
          </a:prstGeom>
          <a:noFill/>
          <a:ln>
            <a:solidFill>
              <a:srgbClr val="0463C4">
                <a:alpha val="50000"/>
              </a:srgb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75447622"/>
      </p:ext>
    </p:extLst>
  </p:cSld>
  <p:clrMapOvr>
    <a:masterClrMapping/>
  </p:clrMapOvr>
  <p:transition spd="slow" advTm="0">
    <p:wipe dir="r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F62E90-8DC7-F0A4-A063-4C24BCC5F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CN" altLang="en-US" b="1" i="0" u="none" strike="noStrike" baseline="0">
                <a:solidFill>
                  <a:srgbClr val="0070C0"/>
                </a:solidFill>
                <a:latin typeface="+mn-lt"/>
                <a:ea typeface="+mn-ea"/>
                <a:cs typeface="+mn-ea"/>
                <a:sym typeface="+mn-lt"/>
              </a:rPr>
              <a:t>线性运算与非线性运算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3083236-4C83-5303-D094-875B8D0B20D2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Autofit/>
          </a:bodyPr>
          <a:lstStyle/>
          <a:p>
            <a:pPr marL="0" marR="280" lvl="0" indent="0" rtl="0">
              <a:buNone/>
            </a:pP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图像处理方法最重要的分类之一是，它是线性的还是非线性的。考虑一般算子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f,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 该算子对给定的一幅输入图像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f(</a:t>
            </a:r>
            <a:r>
              <a:rPr lang="en-US" altLang="zh-CN" b="0" i="0" u="none" strike="noStrike" baseline="0" dirty="0" err="1">
                <a:solidFill>
                  <a:srgbClr val="000000"/>
                </a:solidFill>
                <a:cs typeface="+mn-ea"/>
                <a:sym typeface="+mn-lt"/>
              </a:rPr>
              <a:t>x,y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)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产生一幅输出图像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g(</a:t>
            </a:r>
            <a:r>
              <a:rPr lang="en-US" altLang="zh-CN" b="0" i="0" u="none" strike="noStrike" baseline="0" dirty="0" err="1">
                <a:solidFill>
                  <a:srgbClr val="000000"/>
                </a:solidFill>
                <a:cs typeface="+mn-ea"/>
                <a:sym typeface="+mn-lt"/>
              </a:rPr>
              <a:t>x,y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):</a:t>
            </a:r>
          </a:p>
          <a:p>
            <a:pPr marL="0" marR="280" lvl="0" indent="0" rtl="0">
              <a:buNone/>
            </a:pPr>
            <a:endParaRPr lang="en-US" altLang="zh-CN" b="0" i="0" u="none" strike="noStrike" baseline="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0" marR="280" lvl="0" indent="0" rtl="0">
              <a:buNone/>
            </a:pP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给定两个任意常数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a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 和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b,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 以及两幅任意图像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f(</a:t>
            </a:r>
            <a:r>
              <a:rPr lang="en-US" altLang="zh-CN" b="0" i="0" u="none" strike="noStrike" baseline="0" dirty="0" err="1">
                <a:solidFill>
                  <a:srgbClr val="000000"/>
                </a:solidFill>
                <a:cs typeface="+mn-ea"/>
                <a:sym typeface="+mn-lt"/>
              </a:rPr>
              <a:t>x,y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)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和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Z(</a:t>
            </a:r>
            <a:r>
              <a:rPr lang="en-US" altLang="zh-CN" b="0" i="0" u="none" strike="noStrike" baseline="0" dirty="0" err="1">
                <a:solidFill>
                  <a:srgbClr val="000000"/>
                </a:solidFill>
                <a:cs typeface="+mn-ea"/>
                <a:sym typeface="+mn-lt"/>
              </a:rPr>
              <a:t>x,y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),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若</a:t>
            </a:r>
            <a:endParaRPr lang="en-US" altLang="zh-CN" b="0" i="0" u="none" strike="noStrike" baseline="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0" marR="280" lvl="0" indent="0" rtl="0">
              <a:buNone/>
            </a:pPr>
            <a:endParaRPr lang="zh-CN" altLang="en-US" b="0" i="0" u="none" strike="noStrike" baseline="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0" marR="280" lvl="0" indent="0" rtl="0">
              <a:buNone/>
            </a:pP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则称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H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是一个线性算子。这个公式表明，两个输入求和的线性运算的输出，与分别对输入进行运算并求和得到的结果相同。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5D44621-FBC2-AEE2-4203-A93D51E57D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2592" y="3429000"/>
            <a:ext cx="2526816" cy="52698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637429B-CB44-B4A1-9D96-7BBEC322F6A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4944"/>
          <a:stretch/>
        </p:blipFill>
        <p:spPr>
          <a:xfrm>
            <a:off x="1639866" y="4677185"/>
            <a:ext cx="8912268" cy="526983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E9BB7AF6-8B34-7287-4D80-DE5DC5EF6E33}"/>
              </a:ext>
            </a:extLst>
          </p:cNvPr>
          <p:cNvSpPr/>
          <p:nvPr/>
        </p:nvSpPr>
        <p:spPr>
          <a:xfrm>
            <a:off x="801092" y="2446417"/>
            <a:ext cx="10589815" cy="3752252"/>
          </a:xfrm>
          <a:prstGeom prst="rect">
            <a:avLst/>
          </a:prstGeom>
          <a:noFill/>
          <a:ln>
            <a:solidFill>
              <a:srgbClr val="0463C4">
                <a:alpha val="50000"/>
              </a:srgb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86983300"/>
      </p:ext>
    </p:extLst>
  </p:cSld>
  <p:clrMapOvr>
    <a:masterClrMapping/>
  </p:clrMapOvr>
  <p:transition spd="slow" advTm="0">
    <p:wipe dir="r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EEF979-5027-F10F-1B62-7564F5C18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CN" altLang="en-US" b="1" i="0" u="none" strike="noStrike" baseline="0">
                <a:solidFill>
                  <a:srgbClr val="0070C0"/>
                </a:solidFill>
                <a:latin typeface="+mn-lt"/>
                <a:ea typeface="+mn-ea"/>
                <a:cs typeface="+mn-ea"/>
                <a:sym typeface="+mn-lt"/>
              </a:rPr>
              <a:t>算术运算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054E6C3-4BFB-8C8F-D83A-D767F8D97653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>
            <a:noAutofit/>
          </a:bodyPr>
          <a:lstStyle/>
          <a:p>
            <a:pPr marL="0" marR="280" lvl="0" indent="0" rtl="0">
              <a:buNone/>
            </a:pP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两幅图像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f(</a:t>
            </a:r>
            <a:r>
              <a:rPr lang="en-US" altLang="zh-CN" b="0" i="0" u="none" strike="noStrike" baseline="0" dirty="0" err="1">
                <a:solidFill>
                  <a:srgbClr val="000000"/>
                </a:solidFill>
                <a:cs typeface="+mn-ea"/>
                <a:sym typeface="+mn-lt"/>
              </a:rPr>
              <a:t>x,y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)  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和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g(</a:t>
            </a:r>
            <a:r>
              <a:rPr lang="en-US" altLang="zh-CN" b="0" i="0" u="none" strike="noStrike" baseline="0" dirty="0" err="1">
                <a:solidFill>
                  <a:srgbClr val="000000"/>
                </a:solidFill>
                <a:cs typeface="+mn-ea"/>
                <a:sym typeface="+mn-lt"/>
              </a:rPr>
              <a:t>x,y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)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之间的算术运算表示为</a:t>
            </a:r>
          </a:p>
          <a:p>
            <a:pPr marL="0" marR="280" lvl="0" indent="0" rtl="0">
              <a:buNone/>
            </a:pPr>
            <a:endParaRPr lang="en-US" altLang="zh-CN" b="0" i="0" u="none" strike="noStrike" baseline="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0" marR="280" lvl="0" indent="0" rtl="0">
              <a:buNone/>
            </a:pPr>
            <a:endParaRPr lang="en-US" altLang="zh-CN" b="0" i="0" u="none" strike="noStrike" baseline="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0" marR="280" lvl="0" indent="0" rtl="0">
              <a:buNone/>
            </a:pP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如本章前面所述，这些运算都是对应像素运算，即这些运算是在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f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 和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g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中的对应像素对之间执行的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，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其中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x=0,1,2,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…,M-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1,y=0,1,2,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…,N-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1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 。通常，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M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 和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N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分别是图像的行数和列数。很明显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，</a:t>
            </a:r>
            <a:r>
              <a:rPr lang="en-US" altLang="zh-CN" b="0" i="0" u="none" strike="noStrike" baseline="0" dirty="0" err="1">
                <a:solidFill>
                  <a:srgbClr val="000000"/>
                </a:solidFill>
                <a:cs typeface="+mn-ea"/>
                <a:sym typeface="+mn-lt"/>
              </a:rPr>
              <a:t>s,d,p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和 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v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是大小为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M×N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 的图像。注意，按照刚才定义的方式，图像算术运算涉及相同大小的图像。下面的几个例子说明了算术运算在数字图像处理中的重要作用。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C25CF04-FE82-8B93-AEA4-C73C6521BF2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211"/>
          <a:stretch/>
        </p:blipFill>
        <p:spPr>
          <a:xfrm>
            <a:off x="4893247" y="3110184"/>
            <a:ext cx="2405506" cy="1173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857804"/>
      </p:ext>
    </p:extLst>
  </p:cSld>
  <p:clrMapOvr>
    <a:masterClrMapping/>
  </p:clrMapOvr>
  <p:transition spd="slow" advTm="0">
    <p:wipe dir="r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961851-CE99-B183-181A-1B83D1511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CN" altLang="en-US" b="1" i="0" u="none" strike="noStrike" baseline="0" dirty="0">
                <a:solidFill>
                  <a:srgbClr val="0070C0"/>
                </a:solidFill>
                <a:latin typeface="+mn-lt"/>
                <a:ea typeface="+mn-ea"/>
                <a:cs typeface="+mn-ea"/>
                <a:sym typeface="+mn-lt"/>
              </a:rPr>
              <a:t>集合运算和逻辑运算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112AD70-3BCF-0D26-11D4-285CCB122009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0" marR="280" lvl="0" indent="0" rtl="0">
              <a:buNone/>
            </a:pPr>
            <a:r>
              <a:rPr lang="en-US" altLang="zh-CN" b="1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1.</a:t>
            </a:r>
            <a:r>
              <a:rPr lang="zh-CN" altLang="en-US" b="1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基本的集合运算</a:t>
            </a:r>
            <a:endParaRPr lang="en-US" altLang="zh-CN" b="1" i="0" u="none" strike="noStrike" baseline="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0" marR="280" lvl="0" indent="0" rtl="0">
              <a:buNone/>
            </a:pP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表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2.1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显示了一些重要的集合性质与关系。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3E55E26-ABC3-16A8-D83C-851F4898AC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2286" y="3628423"/>
            <a:ext cx="6067425" cy="314325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5175F53C-49B6-4043-D464-3EF3B8AE06C9}"/>
              </a:ext>
            </a:extLst>
          </p:cNvPr>
          <p:cNvSpPr/>
          <p:nvPr/>
        </p:nvSpPr>
        <p:spPr>
          <a:xfrm>
            <a:off x="801092" y="2446417"/>
            <a:ext cx="10589815" cy="1085754"/>
          </a:xfrm>
          <a:prstGeom prst="rect">
            <a:avLst/>
          </a:prstGeom>
          <a:noFill/>
          <a:ln>
            <a:solidFill>
              <a:srgbClr val="0463C4">
                <a:alpha val="50000"/>
              </a:srgb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22593163"/>
      </p:ext>
    </p:extLst>
  </p:cSld>
  <p:clrMapOvr>
    <a:masterClrMapping/>
  </p:clrMapOvr>
  <p:transition spd="slow" advTm="0">
    <p:wipe dir="r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961851-CE99-B183-181A-1B83D1511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CN" altLang="en-US" b="1" i="0" u="none" strike="noStrike" baseline="0" dirty="0">
                <a:solidFill>
                  <a:srgbClr val="0070C0"/>
                </a:solidFill>
                <a:latin typeface="+mn-lt"/>
                <a:ea typeface="+mn-ea"/>
                <a:cs typeface="+mn-ea"/>
                <a:sym typeface="+mn-lt"/>
              </a:rPr>
              <a:t>集合运算和逻辑运算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112AD70-3BCF-0D26-11D4-285CCB122009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0" marR="280" lvl="0" indent="0" rtl="0">
              <a:buNone/>
            </a:pP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图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2.35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以概略图的方式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(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也称维恩图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)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说明了表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2.1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中某些集合的关系。各图中的阴影区域对应于图中上方或下方的集合运算。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172B0C1-5BC1-64CF-A275-DC56AB17BD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7102" y="3563753"/>
            <a:ext cx="4797793" cy="3010496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71D9DE8B-BB02-584D-FC6E-ED6D7DE001CA}"/>
              </a:ext>
            </a:extLst>
          </p:cNvPr>
          <p:cNvSpPr/>
          <p:nvPr/>
        </p:nvSpPr>
        <p:spPr>
          <a:xfrm>
            <a:off x="801092" y="2446417"/>
            <a:ext cx="10589815" cy="982583"/>
          </a:xfrm>
          <a:prstGeom prst="rect">
            <a:avLst/>
          </a:prstGeom>
          <a:noFill/>
          <a:ln>
            <a:solidFill>
              <a:srgbClr val="0463C4">
                <a:alpha val="50000"/>
              </a:srgb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59873311"/>
      </p:ext>
    </p:extLst>
  </p:cSld>
  <p:clrMapOvr>
    <a:masterClrMapping/>
  </p:clrMapOvr>
  <p:transition spd="slow" advTm="0">
    <p:wipe dir="r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1EFE54-53E5-86EE-12BD-8ED5A3AB1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CN" altLang="en-US" b="1" i="0" u="none" strike="noStrike" baseline="0" dirty="0">
                <a:solidFill>
                  <a:srgbClr val="0070C0"/>
                </a:solidFill>
                <a:latin typeface="+mn-lt"/>
                <a:ea typeface="+mn-ea"/>
                <a:cs typeface="+mn-ea"/>
                <a:sym typeface="+mn-lt"/>
              </a:rPr>
              <a:t>集合运算和逻辑运算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CF99695-5689-10C9-ECF1-5313BEBD552A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>
            <a:normAutofit/>
          </a:bodyPr>
          <a:lstStyle/>
          <a:p>
            <a:pPr marL="0" marR="280" lvl="0" indent="0" rtl="0">
              <a:buNone/>
            </a:pPr>
            <a:r>
              <a:rPr lang="en-US" altLang="zh-CN" sz="2100" b="1" dirty="0">
                <a:solidFill>
                  <a:srgbClr val="000000"/>
                </a:solidFill>
                <a:cs typeface="+mn-ea"/>
                <a:sym typeface="+mn-lt"/>
              </a:rPr>
              <a:t>2.</a:t>
            </a:r>
            <a:r>
              <a:rPr lang="zh-CN" altLang="en-US" sz="2100" b="1" dirty="0">
                <a:solidFill>
                  <a:srgbClr val="000000"/>
                </a:solidFill>
                <a:cs typeface="+mn-ea"/>
                <a:sym typeface="+mn-lt"/>
              </a:rPr>
              <a:t> 逻辑运算</a:t>
            </a:r>
            <a:endParaRPr lang="en-US" altLang="zh-CN" sz="21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0" marR="280" lvl="0" indent="0" rtl="0">
              <a:buNone/>
            </a:pP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逻辑运算符可根据真值表来定义，表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2.2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是两个逻辑变量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a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 和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b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 的真值表。逻辑“与”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(AND)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  运算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(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用符号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ʌ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表示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)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的结果仅在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a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 和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b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都是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1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时才为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1,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否则为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0(FALSE)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F172187-A084-2B01-E468-30065D48B7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5241" y="4307194"/>
            <a:ext cx="7581516" cy="1440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236246"/>
      </p:ext>
    </p:extLst>
  </p:cSld>
  <p:clrMapOvr>
    <a:masterClrMapping/>
  </p:clrMapOvr>
  <p:transition spd="slow" advTm="0">
    <p:wipe dir="r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9A41CC-44B8-EFFB-789A-8365BEF18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CN" altLang="en-US" b="1" i="0" u="none" strike="noStrike" baseline="0" dirty="0">
                <a:solidFill>
                  <a:srgbClr val="0070C0"/>
                </a:solidFill>
                <a:latin typeface="+mn-lt"/>
                <a:ea typeface="+mn-ea"/>
                <a:cs typeface="+mn-ea"/>
                <a:sym typeface="+mn-lt"/>
              </a:rPr>
              <a:t>空间运算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C47C86C-808E-F38C-9E77-C0690D7827E1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0" marR="280" lvl="0" indent="0" rtl="0">
              <a:buNone/>
            </a:pPr>
            <a:r>
              <a:rPr lang="en-US" altLang="zh-CN" b="1" dirty="0">
                <a:solidFill>
                  <a:srgbClr val="000000"/>
                </a:solidFill>
                <a:cs typeface="+mn-ea"/>
                <a:sym typeface="+mn-lt"/>
              </a:rPr>
              <a:t>1.</a:t>
            </a:r>
            <a:r>
              <a:rPr lang="zh-CN" altLang="en-US" b="1" dirty="0">
                <a:solidFill>
                  <a:srgbClr val="000000"/>
                </a:solidFill>
                <a:cs typeface="+mn-ea"/>
                <a:sym typeface="+mn-lt"/>
              </a:rPr>
              <a:t> 单像素运算</a:t>
            </a:r>
            <a:endParaRPr lang="en-US" altLang="zh-CN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0" marR="280" lvl="0" indent="0" rtl="0">
              <a:buNone/>
            </a:pP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我们对数字图像执行的最简单的运算，是用一个变换函数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T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 改变图像中各个像素的灰度：</a:t>
            </a:r>
          </a:p>
          <a:p>
            <a:pPr marL="0" marR="280" lvl="0" indent="0" rtl="0">
              <a:buNone/>
            </a:pPr>
            <a:endParaRPr lang="zh-CN" altLang="en-US" b="0" i="0" u="none" strike="noStrike" baseline="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0" marR="280" lvl="0" indent="0" rtl="0">
              <a:buNone/>
            </a:pP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式中，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z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是原图像中像素的灰度，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s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是处理后图像中对应像素的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(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映射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)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灰度。例如，图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2.38(b)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显示了用于得到一幅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8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比特负图像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(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有时称为补图像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)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的变换，图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2.38(c)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显示了利用该变换得到的图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2.38(a)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的负图像。第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3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章中将讨论规定灰度变换功能的一些技术。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C84B77E-9ADF-A37C-4038-83487B84DC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670" y="3611880"/>
            <a:ext cx="2316660" cy="565484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95014F75-4363-B2ED-4B0C-45F4546DC4E1}"/>
              </a:ext>
            </a:extLst>
          </p:cNvPr>
          <p:cNvSpPr/>
          <p:nvPr/>
        </p:nvSpPr>
        <p:spPr>
          <a:xfrm>
            <a:off x="801092" y="2446417"/>
            <a:ext cx="10589815" cy="3270989"/>
          </a:xfrm>
          <a:prstGeom prst="rect">
            <a:avLst/>
          </a:prstGeom>
          <a:noFill/>
          <a:ln>
            <a:solidFill>
              <a:srgbClr val="0463C4">
                <a:alpha val="50000"/>
              </a:srgb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16496944"/>
      </p:ext>
    </p:extLst>
  </p:cSld>
  <p:clrMapOvr>
    <a:masterClrMapping/>
  </p:clrMapOvr>
  <p:transition spd="slow" advTm="0">
    <p:wipe dir="r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28E0A0-FE51-3483-40E2-50ADF7BA0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CN" altLang="en-US" b="1" i="0" u="none" strike="noStrike" baseline="0" dirty="0">
                <a:solidFill>
                  <a:srgbClr val="0070C0"/>
                </a:solidFill>
                <a:latin typeface="+mn-lt"/>
                <a:ea typeface="+mn-ea"/>
                <a:cs typeface="+mn-ea"/>
                <a:sym typeface="+mn-lt"/>
              </a:rPr>
              <a:t>空间运算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F7FE0AB-3359-F079-2A1C-03E1A15B017B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0" marR="280" lvl="0" indent="0" rtl="0">
              <a:buNone/>
            </a:pPr>
            <a:r>
              <a:rPr lang="en-US" altLang="zh-CN" b="1" dirty="0">
                <a:solidFill>
                  <a:srgbClr val="000000"/>
                </a:solidFill>
                <a:cs typeface="+mn-ea"/>
                <a:sym typeface="+mn-lt"/>
              </a:rPr>
              <a:t>2.</a:t>
            </a:r>
            <a:r>
              <a:rPr lang="zh-CN" altLang="en-US" b="1" dirty="0">
                <a:solidFill>
                  <a:srgbClr val="000000"/>
                </a:solidFill>
                <a:cs typeface="+mn-ea"/>
                <a:sym typeface="+mn-lt"/>
              </a:rPr>
              <a:t> 邻域运算</a:t>
            </a:r>
            <a:endParaRPr lang="en-US" altLang="zh-CN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0" marR="280" lvl="0" indent="0" rtl="0">
              <a:buNone/>
            </a:pP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例如，假设规定的运算是计算大小为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m x n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、 中心为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(</a:t>
            </a:r>
            <a:r>
              <a:rPr lang="en-US" altLang="zh-CN" b="0" i="0" u="none" strike="noStrike" baseline="0" dirty="0" err="1">
                <a:solidFill>
                  <a:srgbClr val="000000"/>
                </a:solidFill>
                <a:cs typeface="+mn-ea"/>
                <a:sym typeface="+mn-lt"/>
              </a:rPr>
              <a:t>x,y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)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的矩形邻域中的像素的平均值。这个区域中的像素坐标是集合</a:t>
            </a:r>
            <a:r>
              <a:rPr lang="en-US" altLang="zh-CN" b="0" i="0" u="none" strike="noStrike" baseline="0" dirty="0" err="1">
                <a:solidFill>
                  <a:srgbClr val="000000"/>
                </a:solidFill>
                <a:cs typeface="+mn-ea"/>
                <a:sym typeface="+mn-lt"/>
              </a:rPr>
              <a:t>S</a:t>
            </a:r>
            <a:r>
              <a:rPr lang="en-US" altLang="zh-CN" sz="1100" b="0" i="0" u="none" strike="noStrike" baseline="0" dirty="0" err="1">
                <a:solidFill>
                  <a:srgbClr val="000000"/>
                </a:solidFill>
                <a:cs typeface="+mn-ea"/>
                <a:sym typeface="+mn-lt"/>
              </a:rPr>
              <a:t>xy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的元素。图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2.39(a)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和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(b)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说明了这一过程。我们用公式将这一平均运算表示为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EC497B8-829C-9291-EE9F-C6A2374E20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0572" y="4066932"/>
            <a:ext cx="1805302" cy="46688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C6DCEA7-A8BF-860B-B340-DA49F521C8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4043" y="4610948"/>
            <a:ext cx="4323911" cy="2170052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F227D66F-3A6B-AB39-A034-2742AFC8DD84}"/>
              </a:ext>
            </a:extLst>
          </p:cNvPr>
          <p:cNvSpPr/>
          <p:nvPr/>
        </p:nvSpPr>
        <p:spPr>
          <a:xfrm>
            <a:off x="801092" y="2446417"/>
            <a:ext cx="10589815" cy="2087404"/>
          </a:xfrm>
          <a:prstGeom prst="rect">
            <a:avLst/>
          </a:prstGeom>
          <a:noFill/>
          <a:ln>
            <a:solidFill>
              <a:srgbClr val="0463C4">
                <a:alpha val="50000"/>
              </a:srgb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03137848"/>
      </p:ext>
    </p:extLst>
  </p:cSld>
  <p:clrMapOvr>
    <a:masterClrMapping/>
  </p:clrMapOvr>
  <p:transition spd="slow" advTm="0">
    <p:wipe dir="r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6FB567-B08F-5222-2C05-1D2641D2D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CN" altLang="en-US" b="1" i="0" u="none" strike="noStrike" baseline="0" dirty="0">
                <a:solidFill>
                  <a:srgbClr val="0070C0"/>
                </a:solidFill>
                <a:latin typeface="+mn-lt"/>
                <a:ea typeface="+mn-ea"/>
                <a:cs typeface="+mn-ea"/>
                <a:sym typeface="+mn-lt"/>
              </a:rPr>
              <a:t>空间运算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7E77B0F-9A93-0001-0B2F-2C95E185F224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>
            <a:normAutofit/>
          </a:bodyPr>
          <a:lstStyle/>
          <a:p>
            <a:pPr marL="0" marR="280" lvl="0" indent="0" rtl="0">
              <a:buNone/>
            </a:pPr>
            <a:r>
              <a:rPr lang="en-US" altLang="zh-CN" b="1" dirty="0">
                <a:solidFill>
                  <a:srgbClr val="000000"/>
                </a:solidFill>
                <a:cs typeface="+mn-ea"/>
                <a:sym typeface="+mn-lt"/>
              </a:rPr>
              <a:t>3.</a:t>
            </a:r>
            <a:r>
              <a:rPr lang="zh-CN" altLang="en-US" b="1" dirty="0">
                <a:solidFill>
                  <a:srgbClr val="000000"/>
                </a:solidFill>
                <a:cs typeface="+mn-ea"/>
                <a:sym typeface="+mn-lt"/>
              </a:rPr>
              <a:t> 几何变换</a:t>
            </a:r>
            <a:endParaRPr lang="en-US" altLang="zh-CN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0" marR="280" lvl="0" indent="0" rtl="0">
              <a:buNone/>
            </a:pP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几何变换改变图像中像素的空间排列。这些变换通常称为橡皮膜变换，因为它们类似于在一块橡皮膜上“打印”图像，然后根据预定义的一组规则来拉伸或收缩橡皮膜。数字图像的几何变换由两种基本运算组成：</a:t>
            </a:r>
          </a:p>
          <a:p>
            <a:pPr marL="0" marR="280" lvl="0" indent="0" rtl="0">
              <a:buNone/>
            </a:pP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(1)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坐标的空间变换；</a:t>
            </a:r>
          </a:p>
          <a:p>
            <a:pPr marL="0" marR="280" lvl="0" indent="0" rtl="0">
              <a:buNone/>
            </a:pP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(2)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灰度内插，即为空间变换后的像素赋灰度值。 坐标变换可表示为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6811A37-A84B-79D4-4B75-898B284950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0709" y="5137725"/>
            <a:ext cx="2295525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4648735"/>
      </p:ext>
    </p:extLst>
  </p:cSld>
  <p:clrMapOvr>
    <a:masterClrMapping/>
  </p:clrMapOvr>
  <p:transition spd="slow" advTm="0">
    <p:wipe dir="r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0BF2A3-FD57-3C47-8EF6-9C2B6E294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CN" altLang="en-US" b="1" i="0" u="none" strike="noStrike" baseline="0" dirty="0">
                <a:solidFill>
                  <a:srgbClr val="0070C0"/>
                </a:solidFill>
                <a:latin typeface="+mn-lt"/>
                <a:ea typeface="+mn-ea"/>
                <a:cs typeface="+mn-ea"/>
                <a:sym typeface="+mn-lt"/>
              </a:rPr>
              <a:t>空间运算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2D2BA5-C1C6-C1F4-2CD6-CE4B1C15829A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>
            <a:noAutofit/>
          </a:bodyPr>
          <a:lstStyle/>
          <a:p>
            <a:pPr marL="0" marR="280" lvl="0" indent="0" rtl="0">
              <a:buNone/>
            </a:pPr>
            <a:r>
              <a:rPr lang="en-US" altLang="zh-CN" b="1" dirty="0">
                <a:solidFill>
                  <a:srgbClr val="000000"/>
                </a:solidFill>
                <a:cs typeface="+mn-ea"/>
                <a:sym typeface="+mn-lt"/>
              </a:rPr>
              <a:t>4.</a:t>
            </a:r>
            <a:r>
              <a:rPr lang="zh-CN" altLang="en-US" b="1" dirty="0">
                <a:solidFill>
                  <a:srgbClr val="000000"/>
                </a:solidFill>
                <a:cs typeface="+mn-ea"/>
                <a:sym typeface="+mn-lt"/>
              </a:rPr>
              <a:t> 图像配准</a:t>
            </a:r>
            <a:endParaRPr lang="en-US" altLang="zh-CN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0" marR="280" lvl="0" indent="0" rtl="0">
              <a:buNone/>
            </a:pP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图像配准是一种重要的数字图像处理应用，它用于对齐同一场景的两幅或多幅图像。在图像配准中，我们有一幅输入图像和一幅参考图像，目的是对输入图像做几何变换，使输出图像与参考图像对齐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(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配准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)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。上节讨论的变换函数是已知的，几何变换需要产生输出，而配准的图像通常不是已知的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，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而需要进行估计。</a:t>
            </a:r>
          </a:p>
        </p:txBody>
      </p:sp>
    </p:spTree>
    <p:extLst>
      <p:ext uri="{BB962C8B-B14F-4D97-AF65-F5344CB8AC3E}">
        <p14:creationId xmlns:p14="http://schemas.microsoft.com/office/powerpoint/2010/main" val="1389004278"/>
      </p:ext>
    </p:extLst>
  </p:cSld>
  <p:clrMapOvr>
    <a:masterClrMapping/>
  </p:clrMapOvr>
  <p:transition spd="slow" advTm="0">
    <p:wipe dir="r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B84A1F-BA51-98EE-1C78-278B9447B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CN" altLang="en-US" b="1" i="0" u="none" strike="noStrike" baseline="0">
                <a:solidFill>
                  <a:srgbClr val="0070C0"/>
                </a:solidFill>
                <a:latin typeface="+mn-lt"/>
                <a:ea typeface="+mn-ea"/>
                <a:cs typeface="+mn-ea"/>
                <a:sym typeface="+mn-lt"/>
              </a:rPr>
              <a:t>向量与矩阵运算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DDC6020-C51A-1239-EC45-C0AA4C068737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pPr marL="0" marR="280" lvl="0" indent="0" rtl="0">
              <a:buNone/>
            </a:pP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多光谱图像处理是常用向量和矩阵运算的典型领域。例如，第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6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章中将介绍使用红色、绿色、蓝色分量图像在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RGB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彩色空间中形成的彩色图像，如图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2.43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所示。这里，我们看到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RGB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图像中的每个像素都有三个分量，它们可组织成一个列向量：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667944F-8937-73E8-D535-AD4B4A73D9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2860" y="3421781"/>
            <a:ext cx="1295400" cy="78105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DCE2A3C8-0227-6592-B7FD-E42A3D652E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0576" y="3953704"/>
            <a:ext cx="3470848" cy="2308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00557"/>
      </p:ext>
    </p:extLst>
  </p:cSld>
  <p:clrMapOvr>
    <a:masterClrMapping/>
  </p:clrMapOvr>
  <p:transition spd="slow" advTm="0">
    <p:wipe dir="r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A1D381-3077-2093-37FF-53B88A01D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CN" altLang="en-US" b="1" i="0" u="none" strike="noStrike" baseline="0">
                <a:solidFill>
                  <a:srgbClr val="0070C0"/>
                </a:solidFill>
                <a:latin typeface="+mn-lt"/>
                <a:ea typeface="+mn-ea"/>
                <a:cs typeface="+mn-ea"/>
                <a:sym typeface="+mn-lt"/>
              </a:rPr>
              <a:t>图像变换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A75B867-5A0C-CEC5-3E93-87234214DCC6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0" marR="280" lvl="0" indent="0" rtl="0">
              <a:buNone/>
            </a:pP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迄今为止讨论的所有图像处理方法，都是直接对输入图像的像素上进行操作的，即直接工作在空 间域。有些情况下，图像处理任务最好按如下步骤完成：变换输入图像，在变换域执行规定的任务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，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执行反变换，返回空间域。继续阅读本书时，读者会遇到许多不同的变换。表示为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T(</a:t>
            </a:r>
            <a:r>
              <a:rPr lang="en-US" altLang="zh-CN" b="0" i="0" u="none" strike="noStrike" baseline="0" dirty="0" err="1">
                <a:solidFill>
                  <a:srgbClr val="000000"/>
                </a:solidFill>
                <a:cs typeface="+mn-ea"/>
                <a:sym typeface="+mn-lt"/>
              </a:rPr>
              <a:t>u,v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)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的二维线性变换是一种特别重要的变换，其通式为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24CE613-5638-14B0-8E53-7A30409E8D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4987" y="4630845"/>
            <a:ext cx="4182024" cy="89936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391BEAC4-7A54-8411-1437-3FF0044E1349}"/>
              </a:ext>
            </a:extLst>
          </p:cNvPr>
          <p:cNvSpPr/>
          <p:nvPr/>
        </p:nvSpPr>
        <p:spPr>
          <a:xfrm>
            <a:off x="801092" y="2446417"/>
            <a:ext cx="10589815" cy="3540426"/>
          </a:xfrm>
          <a:prstGeom prst="rect">
            <a:avLst/>
          </a:prstGeom>
          <a:noFill/>
          <a:ln>
            <a:solidFill>
              <a:srgbClr val="0463C4">
                <a:alpha val="50000"/>
              </a:srgb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87895903"/>
      </p:ext>
    </p:extLst>
  </p:cSld>
  <p:clrMapOvr>
    <a:masterClrMapping/>
  </p:clrMapOvr>
  <p:transition spd="slow" advTm="0">
    <p:wipe dir="r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2011A6-6E10-3C79-2375-07028D30D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CN" altLang="en-US" i="0" u="none" strike="noStrike" baseline="0" dirty="0">
                <a:solidFill>
                  <a:srgbClr val="0070C0"/>
                </a:solidFill>
                <a:latin typeface="+mn-lt"/>
                <a:ea typeface="+mn-ea"/>
                <a:cs typeface="+mn-ea"/>
                <a:sym typeface="+mn-lt"/>
              </a:rPr>
              <a:t>图像灰度和随机变量  </a:t>
            </a:r>
            <a:r>
              <a:rPr lang="zh-CN" altLang="en-US" i="0" u="none" strike="noStrike" baseline="-25000" dirty="0">
                <a:solidFill>
                  <a:srgbClr val="162BE5"/>
                </a:solidFill>
                <a:latin typeface="+mn-lt"/>
                <a:ea typeface="+mn-ea"/>
                <a:cs typeface="+mn-ea"/>
                <a:sym typeface="+mn-lt"/>
              </a:rPr>
              <a:t>                        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0C5301D-FCCD-EC1D-CD1A-295A704328A6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Autofit/>
          </a:bodyPr>
          <a:lstStyle/>
          <a:p>
            <a:pPr marL="0" marR="280" lvl="0" indent="0" rtl="0">
              <a:buNone/>
            </a:pP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本书的许多地方将图像灰度处理为随机量。例如，令</a:t>
            </a:r>
            <a:r>
              <a:rPr lang="en-US" altLang="zh-CN" b="0" i="0" u="none" strike="noStrike" baseline="0" dirty="0" err="1">
                <a:solidFill>
                  <a:srgbClr val="000000"/>
                </a:solidFill>
                <a:cs typeface="+mn-ea"/>
                <a:sym typeface="+mn-lt"/>
              </a:rPr>
              <a:t>z</a:t>
            </a:r>
            <a:r>
              <a:rPr lang="en-US" altLang="zh-CN" sz="1100" b="0" i="0" u="none" strike="noStrike" baseline="0" dirty="0" err="1">
                <a:solidFill>
                  <a:srgbClr val="000000"/>
                </a:solidFill>
                <a:cs typeface="+mn-ea"/>
                <a:sym typeface="+mn-lt"/>
              </a:rPr>
              <a:t>i</a:t>
            </a:r>
            <a:r>
              <a:rPr lang="en-US" altLang="zh-CN" b="0" i="0" u="none" strike="noStrike" baseline="0" dirty="0" err="1">
                <a:solidFill>
                  <a:srgbClr val="000000"/>
                </a:solidFill>
                <a:cs typeface="+mn-ea"/>
                <a:sym typeface="+mn-lt"/>
              </a:rPr>
              <a:t>,i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=0,1,2,…,L-1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表示一幅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M×N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 数字图像中的所有可能的灰度值。灰度级</a:t>
            </a:r>
            <a:r>
              <a:rPr lang="en-US" altLang="zh-CN" b="0" i="0" u="none" strike="noStrike" baseline="0" dirty="0" err="1">
                <a:solidFill>
                  <a:srgbClr val="000000"/>
                </a:solidFill>
                <a:cs typeface="+mn-ea"/>
                <a:sym typeface="+mn-lt"/>
              </a:rPr>
              <a:t>z</a:t>
            </a:r>
            <a:r>
              <a:rPr lang="en-US" altLang="zh-CN" sz="1100" b="0" i="0" u="none" strike="noStrike" baseline="0" dirty="0" err="1">
                <a:solidFill>
                  <a:srgbClr val="000000"/>
                </a:solidFill>
                <a:cs typeface="+mn-ea"/>
                <a:sym typeface="+mn-lt"/>
              </a:rPr>
              <a:t>k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在这幅图像中出现的概率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p(z:)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计算为</a:t>
            </a:r>
          </a:p>
          <a:p>
            <a:pPr marL="0" marR="280" lvl="0" indent="0" rtl="0">
              <a:buNone/>
            </a:pP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式中， </a:t>
            </a:r>
            <a:r>
              <a:rPr lang="en-US" altLang="zh-CN" b="0" i="0" u="none" strike="noStrike" baseline="0" dirty="0" err="1">
                <a:solidFill>
                  <a:srgbClr val="000000"/>
                </a:solidFill>
                <a:cs typeface="+mn-ea"/>
                <a:sym typeface="+mn-lt"/>
              </a:rPr>
              <a:t>n</a:t>
            </a:r>
            <a:r>
              <a:rPr lang="en-US" altLang="zh-CN" sz="1100" b="0" i="0" u="none" strike="noStrike" baseline="0" dirty="0" err="1">
                <a:solidFill>
                  <a:srgbClr val="000000"/>
                </a:solidFill>
                <a:cs typeface="+mn-ea"/>
                <a:sym typeface="+mn-lt"/>
              </a:rPr>
              <a:t>k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是灰度级</a:t>
            </a:r>
            <a:r>
              <a:rPr lang="en-US" altLang="zh-CN" b="0" i="0" u="none" strike="noStrike" baseline="0" dirty="0" err="1">
                <a:solidFill>
                  <a:srgbClr val="000000"/>
                </a:solidFill>
                <a:cs typeface="+mn-ea"/>
                <a:sym typeface="+mn-lt"/>
              </a:rPr>
              <a:t>z</a:t>
            </a:r>
            <a:r>
              <a:rPr lang="en-US" altLang="zh-CN" sz="1100" b="0" i="0" u="none" strike="noStrike" baseline="0" dirty="0" err="1">
                <a:solidFill>
                  <a:srgbClr val="000000"/>
                </a:solidFill>
                <a:cs typeface="+mn-ea"/>
                <a:sym typeface="+mn-lt"/>
              </a:rPr>
              <a:t>k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在图像中出现的次数，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MN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 是像素总数。很明显有</a:t>
            </a:r>
          </a:p>
          <a:p>
            <a:pPr marL="0" marR="280" lvl="0" indent="0" rtl="0">
              <a:buNone/>
            </a:pP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已知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p(</a:t>
            </a:r>
            <a:r>
              <a:rPr lang="en-US" altLang="zh-CN" b="0" i="0" u="none" strike="noStrike" baseline="0" dirty="0" err="1">
                <a:solidFill>
                  <a:srgbClr val="000000"/>
                </a:solidFill>
                <a:cs typeface="+mn-ea"/>
                <a:sym typeface="+mn-lt"/>
              </a:rPr>
              <a:t>z</a:t>
            </a:r>
            <a:r>
              <a:rPr lang="en-US" altLang="zh-CN" sz="1100" b="0" i="0" u="none" strike="noStrike" baseline="0" dirty="0" err="1">
                <a:solidFill>
                  <a:srgbClr val="000000"/>
                </a:solidFill>
                <a:cs typeface="+mn-ea"/>
                <a:sym typeface="+mn-lt"/>
              </a:rPr>
              <a:t>k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)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 后，就可求出许多重要的图像特性。例如，均值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(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平均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)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灰度为</a:t>
            </a:r>
          </a:p>
          <a:p>
            <a:pPr marL="0" marR="280" lvl="0" indent="0" rtl="0">
              <a:buNone/>
            </a:pP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同理，灰度的方差为</a:t>
            </a:r>
          </a:p>
          <a:p>
            <a:pPr marL="0" marR="280" lvl="0" indent="0" rtl="0">
              <a:buNone/>
            </a:pP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方差是 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z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 的值相对于均值的分布的测度，因此是图像对比度的一个有用测度。 一般来说，随机变量 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z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 相对于均值的第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n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cs typeface="+mn-ea"/>
                <a:sym typeface="+mn-lt"/>
              </a:rPr>
              <a:t> 阶中心矩定义为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59ABD7F-9EDE-27D6-DA68-6F8195250A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2144" y="2971750"/>
            <a:ext cx="1095375" cy="4572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D2C35C9A-5685-CF45-1E01-7971C83493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5271" y="3555292"/>
            <a:ext cx="1000125" cy="46672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BDB7ED5-0110-82C4-D299-F866B86DFA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95271" y="4173846"/>
            <a:ext cx="1181100" cy="51435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A7060770-2A05-845A-465A-8CF4B57359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95034" y="4702214"/>
            <a:ext cx="1752600" cy="49530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4D41337B-019A-412A-9239-277685EFC673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b="16223"/>
          <a:stretch/>
        </p:blipFill>
        <p:spPr>
          <a:xfrm>
            <a:off x="5478176" y="5757472"/>
            <a:ext cx="1781175" cy="430910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02329672-F1DB-F0C4-E400-FB71EB4DD680}"/>
              </a:ext>
            </a:extLst>
          </p:cNvPr>
          <p:cNvSpPr/>
          <p:nvPr/>
        </p:nvSpPr>
        <p:spPr>
          <a:xfrm>
            <a:off x="801092" y="2446417"/>
            <a:ext cx="10589815" cy="3858130"/>
          </a:xfrm>
          <a:prstGeom prst="rect">
            <a:avLst/>
          </a:prstGeom>
          <a:noFill/>
          <a:ln>
            <a:solidFill>
              <a:srgbClr val="0463C4">
                <a:alpha val="50000"/>
              </a:srgb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10710645"/>
      </p:ext>
    </p:extLst>
  </p:cSld>
  <p:clrMapOvr>
    <a:masterClrMapping/>
  </p:clrMapOvr>
  <p:transition spd="slow" advTm="0">
    <p:wipe dir="r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2" name="组合 301"/>
          <p:cNvGrpSpPr/>
          <p:nvPr/>
        </p:nvGrpSpPr>
        <p:grpSpPr>
          <a:xfrm>
            <a:off x="951918" y="2003875"/>
            <a:ext cx="4621778" cy="1257438"/>
            <a:chOff x="951918" y="1752810"/>
            <a:chExt cx="4621778" cy="1257438"/>
          </a:xfrm>
        </p:grpSpPr>
        <p:sp>
          <p:nvSpPr>
            <p:cNvPr id="295" name="椭圆 294"/>
            <p:cNvSpPr/>
            <p:nvPr/>
          </p:nvSpPr>
          <p:spPr>
            <a:xfrm>
              <a:off x="3440154" y="1752810"/>
              <a:ext cx="1219200" cy="1219200"/>
            </a:xfrm>
            <a:prstGeom prst="ellipse">
              <a:avLst/>
            </a:prstGeom>
            <a:gradFill>
              <a:gsLst>
                <a:gs pos="0">
                  <a:srgbClr val="0165C5">
                    <a:alpha val="7000"/>
                  </a:srgbClr>
                </a:gs>
                <a:gs pos="100000">
                  <a:srgbClr val="F2F9FF">
                    <a:alpha val="24000"/>
                  </a:srgb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endParaRPr>
            </a:p>
          </p:txBody>
        </p:sp>
        <p:sp>
          <p:nvSpPr>
            <p:cNvPr id="285" name="文本框 284"/>
            <p:cNvSpPr txBox="1"/>
            <p:nvPr/>
          </p:nvSpPr>
          <p:spPr>
            <a:xfrm>
              <a:off x="951918" y="2240807"/>
              <a:ext cx="4621778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4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阿里巴巴普惠体" panose="00020600040101010101" pitchFamily="18" charset="-122"/>
                </a:rPr>
                <a:t>感谢观看，再见！</a:t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4BE357EE-D036-5636-DC77-B48D4D7055E5}"/>
              </a:ext>
            </a:extLst>
          </p:cNvPr>
          <p:cNvGrpSpPr/>
          <p:nvPr/>
        </p:nvGrpSpPr>
        <p:grpSpPr>
          <a:xfrm>
            <a:off x="951918" y="4412946"/>
            <a:ext cx="4142910" cy="479114"/>
            <a:chOff x="5646962" y="4937787"/>
            <a:chExt cx="1453481" cy="482463"/>
          </a:xfrm>
          <a:effectLst/>
        </p:grpSpPr>
        <p:sp>
          <p:nvSpPr>
            <p:cNvPr id="3" name="任意多边形: 形状 12">
              <a:extLst>
                <a:ext uri="{FF2B5EF4-FFF2-40B4-BE49-F238E27FC236}">
                  <a16:creationId xmlns:a16="http://schemas.microsoft.com/office/drawing/2014/main" id="{B8825F78-788B-5888-4DE8-08CDF7B2BB1A}"/>
                </a:ext>
              </a:extLst>
            </p:cNvPr>
            <p:cNvSpPr/>
            <p:nvPr/>
          </p:nvSpPr>
          <p:spPr>
            <a:xfrm flipH="1" flipV="1">
              <a:off x="5646962" y="4937787"/>
              <a:ext cx="1453481" cy="482463"/>
            </a:xfrm>
            <a:prstGeom prst="roundRect">
              <a:avLst>
                <a:gd name="adj" fmla="val 50000"/>
              </a:avLst>
            </a:prstGeom>
            <a:solidFill>
              <a:srgbClr val="02B0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endParaRPr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95D6DFA9-4BAC-CC65-293E-89A0FE6CFA72}"/>
                </a:ext>
              </a:extLst>
            </p:cNvPr>
            <p:cNvSpPr txBox="1"/>
            <p:nvPr/>
          </p:nvSpPr>
          <p:spPr>
            <a:xfrm>
              <a:off x="5715384" y="4993062"/>
              <a:ext cx="1316636" cy="37191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1" i="0" u="none" strike="noStrike" kern="1200" cap="none" spc="6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阿里巴巴普惠体" panose="00020600040101010101" pitchFamily="18" charset="-122"/>
                </a:rPr>
                <a:t>数字图像处理（第四版）</a:t>
              </a:r>
            </a:p>
          </p:txBody>
        </p:sp>
      </p:grpSp>
      <p:sp>
        <p:nvSpPr>
          <p:cNvPr id="5" name="Freeform 24">
            <a:extLst>
              <a:ext uri="{FF2B5EF4-FFF2-40B4-BE49-F238E27FC236}">
                <a16:creationId xmlns:a16="http://schemas.microsoft.com/office/drawing/2014/main" id="{CA6C89E0-1294-29F9-32FC-0C6AE93501E4}"/>
              </a:ext>
            </a:extLst>
          </p:cNvPr>
          <p:cNvSpPr>
            <a:spLocks/>
          </p:cNvSpPr>
          <p:nvPr/>
        </p:nvSpPr>
        <p:spPr bwMode="auto">
          <a:xfrm>
            <a:off x="951918" y="3660494"/>
            <a:ext cx="171824" cy="429542"/>
          </a:xfrm>
          <a:prstGeom prst="roundRect">
            <a:avLst/>
          </a:prstGeom>
          <a:solidFill>
            <a:srgbClr val="0463C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阿里巴巴普惠体" panose="00020600040101010101" pitchFamily="18" charset="-122"/>
            </a:endParaRPr>
          </a:p>
        </p:txBody>
      </p:sp>
      <p:sp>
        <p:nvSpPr>
          <p:cNvPr id="6" name="Inhaltsplatzhalter 4">
            <a:extLst>
              <a:ext uri="{FF2B5EF4-FFF2-40B4-BE49-F238E27FC236}">
                <a16:creationId xmlns:a16="http://schemas.microsoft.com/office/drawing/2014/main" id="{FAA5296B-124B-0722-3B9F-18899F4AC0A1}"/>
              </a:ext>
            </a:extLst>
          </p:cNvPr>
          <p:cNvSpPr txBox="1">
            <a:spLocks/>
          </p:cNvSpPr>
          <p:nvPr/>
        </p:nvSpPr>
        <p:spPr>
          <a:xfrm>
            <a:off x="1254141" y="3736766"/>
            <a:ext cx="378796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72967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98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64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256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335" indent="-179335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847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10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2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dist">
              <a:lnSpc>
                <a:spcPct val="100000"/>
              </a:lnSpc>
              <a:spcAft>
                <a:spcPts val="1200"/>
              </a:spcAft>
              <a:buNone/>
            </a:pPr>
            <a:r>
              <a:rPr lang="zh-CN" altLang="en-US" sz="1800" b="1" dirty="0">
                <a:solidFill>
                  <a:srgbClr val="0463C4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阿里巴巴普惠体" panose="00020600040101010101" pitchFamily="18" charset="-122"/>
              </a:rPr>
              <a:t>国外电子与通信教材系列</a:t>
            </a:r>
          </a:p>
        </p:txBody>
      </p:sp>
    </p:spTree>
    <p:extLst>
      <p:ext uri="{BB962C8B-B14F-4D97-AF65-F5344CB8AC3E}">
        <p14:creationId xmlns:p14="http://schemas.microsoft.com/office/powerpoint/2010/main" val="298043398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accel="20000" decel="8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200"/>
                            </p:stCondLst>
                            <p:childTnLst>
                              <p:par>
                                <p:cTn id="18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qtgvughf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【ch01】绪论</Template>
  <TotalTime>104</TotalTime>
  <Words>3138</Words>
  <Application>Microsoft Office PowerPoint</Application>
  <PresentationFormat>宽屏</PresentationFormat>
  <Paragraphs>122</Paragraphs>
  <Slides>40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40</vt:i4>
      </vt:variant>
    </vt:vector>
  </HeadingPairs>
  <TitlesOfParts>
    <vt:vector size="44" baseType="lpstr">
      <vt:lpstr>阿里巴巴普惠体</vt:lpstr>
      <vt:lpstr>Arial</vt:lpstr>
      <vt:lpstr>Wingdings</vt:lpstr>
      <vt:lpstr>Office 主题</vt:lpstr>
      <vt:lpstr>PowerPoint 演示文稿</vt:lpstr>
      <vt:lpstr>PowerPoint 演示文稿</vt:lpstr>
      <vt:lpstr>人眼的结构</vt:lpstr>
      <vt:lpstr>人眼的结构</vt:lpstr>
      <vt:lpstr>人眼中图像的形成</vt:lpstr>
      <vt:lpstr>亮度适应与辨别</vt:lpstr>
      <vt:lpstr>PowerPoint 演示文稿</vt:lpstr>
      <vt:lpstr>概述</vt:lpstr>
      <vt:lpstr>PowerPoint 演示文稿</vt:lpstr>
      <vt:lpstr>概述</vt:lpstr>
      <vt:lpstr>使用单个传感器获取图像</vt:lpstr>
      <vt:lpstr>使用条带传感器获取图像</vt:lpstr>
      <vt:lpstr>使用阵列传感器获取图像</vt:lpstr>
      <vt:lpstr>PowerPoint 演示文稿</vt:lpstr>
      <vt:lpstr>取样和量化的基本概念</vt:lpstr>
      <vt:lpstr>取样和量化的基本概念</vt:lpstr>
      <vt:lpstr>取样和量化的基本概念</vt:lpstr>
      <vt:lpstr>数字图像表示</vt:lpstr>
      <vt:lpstr>线性索引和坐标索引</vt:lpstr>
      <vt:lpstr>空间分辨率和灰度分辨率</vt:lpstr>
      <vt:lpstr>图像内插</vt:lpstr>
      <vt:lpstr>PowerPoint 演示文稿</vt:lpstr>
      <vt:lpstr>像素的相邻像素</vt:lpstr>
      <vt:lpstr>邻接、连通、区域和边界</vt:lpstr>
      <vt:lpstr>距离测度</vt:lpstr>
      <vt:lpstr>PowerPoint 演示文稿</vt:lpstr>
      <vt:lpstr>对应元素运算和矩阵运算</vt:lpstr>
      <vt:lpstr>线性运算与非线性运算</vt:lpstr>
      <vt:lpstr>算术运算</vt:lpstr>
      <vt:lpstr>集合运算和逻辑运算</vt:lpstr>
      <vt:lpstr>集合运算和逻辑运算</vt:lpstr>
      <vt:lpstr>集合运算和逻辑运算</vt:lpstr>
      <vt:lpstr>空间运算</vt:lpstr>
      <vt:lpstr>空间运算</vt:lpstr>
      <vt:lpstr>空间运算</vt:lpstr>
      <vt:lpstr>空间运算</vt:lpstr>
      <vt:lpstr>向量与矩阵运算</vt:lpstr>
      <vt:lpstr>图像变换</vt:lpstr>
      <vt:lpstr>图像灰度和随机变量                          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第2章 数字图像基础</dc:title>
  <dc:creator>娜 王</dc:creator>
  <cp:lastModifiedBy>娜 王</cp:lastModifiedBy>
  <cp:revision>4</cp:revision>
  <dcterms:created xsi:type="dcterms:W3CDTF">2023-10-12T10:51:49Z</dcterms:created>
  <dcterms:modified xsi:type="dcterms:W3CDTF">2023-10-18T15:07:15Z</dcterms:modified>
</cp:coreProperties>
</file>